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b14e28ddf746bc" /><Relationship Type="http://schemas.openxmlformats.org/officeDocument/2006/relationships/extended-properties" Target="/docProps/app.xml" Id="Re9585128aa3a4f02" /><Relationship Type="http://schemas.openxmlformats.org/officeDocument/2006/relationships/officeDocument" Target="/ppt/presentation.xml" Id="R743877cd15dd4f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98e22960c8462b"/>
  </p:sldMasterIdLst>
  <p:notesMasterIdLst>
    <p:notesMasterId xmlns:r="http://schemas.openxmlformats.org/officeDocument/2006/relationships" r:id="R6d8e843faeb64d23"/>
  </p:notesMasterIdLst>
  <p:sldIdLst>
    <p:sldId xmlns:r="http://schemas.openxmlformats.org/officeDocument/2006/relationships" id="256" r:id="Rd17fdc5f68444469"/>
    <p:sldId xmlns:r="http://schemas.openxmlformats.org/officeDocument/2006/relationships" id="257" r:id="Ra0fd6f8ec0694156"/>
    <p:sldId xmlns:r="http://schemas.openxmlformats.org/officeDocument/2006/relationships" id="258" r:id="R8da3385c877c4105"/>
    <p:sldId xmlns:r="http://schemas.openxmlformats.org/officeDocument/2006/relationships" id="259" r:id="R6302a3d30c5c476f"/>
    <p:sldId xmlns:r="http://schemas.openxmlformats.org/officeDocument/2006/relationships" id="260" r:id="R379e8ff72a0a47ab"/>
    <p:sldId xmlns:r="http://schemas.openxmlformats.org/officeDocument/2006/relationships" id="261" r:id="Re993b573c68c490b"/>
    <p:sldId xmlns:r="http://schemas.openxmlformats.org/officeDocument/2006/relationships" id="262" r:id="R1ee30ba362ae4465"/>
    <p:sldId xmlns:r="http://schemas.openxmlformats.org/officeDocument/2006/relationships" id="263" r:id="Rddeeb83736bf42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2ec66da7ec421e" /><Relationship Type="http://schemas.openxmlformats.org/officeDocument/2006/relationships/slideMaster" Target="/ppt/slideMasters/slideMaster1.xml" Id="Rc298e22960c8462b" /><Relationship Type="http://schemas.openxmlformats.org/officeDocument/2006/relationships/notesMaster" Target="/ppt/notesMasters/notesMaster1.xml" Id="R6d8e843faeb64d23" /><Relationship Type="http://schemas.openxmlformats.org/officeDocument/2006/relationships/presProps" Target="/ppt/presProps.xml" Id="R91e77b852d8741af" /><Relationship Type="http://schemas.openxmlformats.org/officeDocument/2006/relationships/tableStyles" Target="/ppt/tableStyles.xml" Id="Rfc152fbb59b94a76" /><Relationship Type="http://schemas.openxmlformats.org/officeDocument/2006/relationships/slide" Target="/ppt/slides/slide1.xml" Id="Rd17fdc5f68444469" /><Relationship Type="http://schemas.openxmlformats.org/officeDocument/2006/relationships/slide" Target="/ppt/slides/slide2.xml" Id="Ra0fd6f8ec0694156" /><Relationship Type="http://schemas.openxmlformats.org/officeDocument/2006/relationships/slide" Target="/ppt/slides/slide3.xml" Id="R8da3385c877c4105" /><Relationship Type="http://schemas.openxmlformats.org/officeDocument/2006/relationships/slide" Target="/ppt/slides/slide4.xml" Id="R6302a3d30c5c476f" /><Relationship Type="http://schemas.openxmlformats.org/officeDocument/2006/relationships/slide" Target="/ppt/slides/slide5.xml" Id="R379e8ff72a0a47ab" /><Relationship Type="http://schemas.openxmlformats.org/officeDocument/2006/relationships/slide" Target="/ppt/slides/slide6.xml" Id="Re993b573c68c490b" /><Relationship Type="http://schemas.openxmlformats.org/officeDocument/2006/relationships/slide" Target="/ppt/slides/slide7.xml" Id="R1ee30ba362ae4465" /><Relationship Type="http://schemas.openxmlformats.org/officeDocument/2006/relationships/slide" Target="/ppt/slides/slide8.xml" Id="Rddeeb83736bf42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7604b02c4449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720350ab714eb8" /><Relationship Type="http://schemas.openxmlformats.org/officeDocument/2006/relationships/notesMaster" Target="/ppt/notesMasters/notesMaster1.xml" Id="Rc4958f19f7c845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f9b7bfb3b14a09" /><Relationship Type="http://schemas.openxmlformats.org/officeDocument/2006/relationships/notesMaster" Target="/ppt/notesMasters/notesMaster1.xml" Id="Rf11661e04c094f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a79ada772c499f" /><Relationship Type="http://schemas.openxmlformats.org/officeDocument/2006/relationships/notesMaster" Target="/ppt/notesMasters/notesMaster1.xml" Id="R92281715d3cf45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a07ee4efe74149" /><Relationship Type="http://schemas.openxmlformats.org/officeDocument/2006/relationships/notesMaster" Target="/ppt/notesMasters/notesMaster1.xml" Id="R5643d180c81b43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8f740385f546b2" /><Relationship Type="http://schemas.openxmlformats.org/officeDocument/2006/relationships/notesMaster" Target="/ppt/notesMasters/notesMaster1.xml" Id="R3ae22ebbab7143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e3ab0885244d72" /><Relationship Type="http://schemas.openxmlformats.org/officeDocument/2006/relationships/notesMaster" Target="/ppt/notesMasters/notesMaster1.xml" Id="R92717abcabd540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f7a31b706c4a6d" /><Relationship Type="http://schemas.openxmlformats.org/officeDocument/2006/relationships/notesMaster" Target="/ppt/notesMasters/notesMaster1.xml" Id="R35f00b53193c46f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1ad0638b764299" /><Relationship Type="http://schemas.openxmlformats.org/officeDocument/2006/relationships/notesMaster" Target="/ppt/notesMasters/notesMaster1.xml" Id="R1786c6f3b9674c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AEGIS-C2 project README and source code. Generated visuals are conceptual illustrations.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AEGIS-C2 project README and source code. Generated visuals are conceptual illustrations.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AEGIS-C2 project README and source code. Generated visuals are conceptual illustrations.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AEGIS-C2 project README and source code. Generated visuals are conceptual illustrations.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AEGIS-C2 project README and source code. Generated visuals are conceptual illustrations.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AEGIS-C2 project README and source code. Generated visuals are conceptual illustrations.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AEGIS-C2 project README and source code. Generated visuals are conceptual illustrations.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AEGIS-C2 project README and source code. Generated visuals are conceptual illustrations.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df8e375246426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6a152dc5a74f0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ed294010a4410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b551d95e79436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82b208abbf462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05985bb5e645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299BBE-E897-4A11-A7C3-336F8FBAA4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6B1B4CE-F713-4FDB-9766-1F970409504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FBFC6CE-8B0B-4519-A643-08C1CD72A8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B966D5-15F4-4105-89BE-5F539F6E36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25C8F75-6E3B-404C-8594-EFEC6823E2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FE5F7FC-7370-41F5-8955-313C9624B2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45048E5-A062-4E24-A778-64760AFE64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07AF504-E672-41B6-BEF6-86169684CEA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9347DBB-F931-49FF-AAFC-3192AB4F78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28EEFDF-FF48-460A-8E75-CB5985CFEB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0ff417a0454702" /><Relationship Type="http://schemas.openxmlformats.org/officeDocument/2006/relationships/slideLayout" Target="/ppt/slideLayouts/slideLayout1.xml" Id="R6bb59001db6e42ae" /><Relationship Type="http://schemas.openxmlformats.org/officeDocument/2006/relationships/slideLayout" Target="/ppt/slideLayouts/slideLayout2.xml" Id="R61b8935478d6449e" /><Relationship Type="http://schemas.openxmlformats.org/officeDocument/2006/relationships/slideLayout" Target="/ppt/slideLayouts/slideLayout3.xml" Id="R52707805d2e2478e" /><Relationship Type="http://schemas.openxmlformats.org/officeDocument/2006/relationships/slideLayout" Target="/ppt/slideLayouts/slideLayout4.xml" Id="R1f0fb039790b46b7" /><Relationship Type="http://schemas.openxmlformats.org/officeDocument/2006/relationships/slideLayout" Target="/ppt/slideLayouts/slideLayout5.xml" Id="Ra12c470434684184" /><Relationship Type="http://schemas.openxmlformats.org/officeDocument/2006/relationships/slideLayout" Target="/ppt/slideLayouts/slideLayout6.xml" Id="R11a7efc91a074b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b59001db6e42ae"/>
    <p:sldLayoutId xmlns:r="http://schemas.openxmlformats.org/officeDocument/2006/relationships" id="2147483650" r:id="R61b8935478d6449e"/>
    <p:sldLayoutId xmlns:r="http://schemas.openxmlformats.org/officeDocument/2006/relationships" id="2147483651" r:id="R52707805d2e2478e"/>
    <p:sldLayoutId xmlns:r="http://schemas.openxmlformats.org/officeDocument/2006/relationships" id="2147483652" r:id="R1f0fb039790b46b7"/>
    <p:sldLayoutId xmlns:r="http://schemas.openxmlformats.org/officeDocument/2006/relationships" id="2147483653" r:id="Ra12c470434684184"/>
    <p:sldLayoutId xmlns:r="http://schemas.openxmlformats.org/officeDocument/2006/relationships" id="2147483654" r:id="R11a7efc91a074b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95087eff6e4a1b" /><Relationship Type="http://schemas.openxmlformats.org/officeDocument/2006/relationships/image" Target="/ppt/media/image.png" Id="R4cb7bf2bed9f4785" /><Relationship Type="http://schemas.openxmlformats.org/officeDocument/2006/relationships/notesSlide" Target="/ppt/notesSlides/notesSlide1.xml" Id="R24a6c2b74bb948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3009bdddf94e3f" /><Relationship Type="http://schemas.openxmlformats.org/officeDocument/2006/relationships/notesSlide" Target="/ppt/notesSlides/notesSlide2.xml" Id="Ra1ee73c9c12744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5217dccaf047ea" /><Relationship Type="http://schemas.openxmlformats.org/officeDocument/2006/relationships/image" Target="/ppt/media/image2.png" Id="R767784f99c414a88" /><Relationship Type="http://schemas.openxmlformats.org/officeDocument/2006/relationships/notesSlide" Target="/ppt/notesSlides/notesSlide3.xml" Id="R08c6ee8009a64d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3d5da1d5c04ccc" /><Relationship Type="http://schemas.openxmlformats.org/officeDocument/2006/relationships/notesSlide" Target="/ppt/notesSlides/notesSlide4.xml" Id="R09055850ec2c47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6f19613116415d" /><Relationship Type="http://schemas.openxmlformats.org/officeDocument/2006/relationships/image" Target="/ppt/media/image3.png" Id="R05890bcae1774521" /><Relationship Type="http://schemas.openxmlformats.org/officeDocument/2006/relationships/notesSlide" Target="/ppt/notesSlides/notesSlide5.xml" Id="R2979c681d90b4d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7b644a3af245ba" /><Relationship Type="http://schemas.openxmlformats.org/officeDocument/2006/relationships/notesSlide" Target="/ppt/notesSlides/notesSlide6.xml" Id="Rcc2ca4ad0ebe4e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4c93d4836a424f" /><Relationship Type="http://schemas.openxmlformats.org/officeDocument/2006/relationships/notesSlide" Target="/ppt/notesSlides/notesSlide7.xml" Id="R540388bcb7494b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19df3cef334adb" /><Relationship Type="http://schemas.openxmlformats.org/officeDocument/2006/relationships/image" Target="/ppt/media/image4.png" Id="R38d4f54280364717" /><Relationship Type="http://schemas.openxmlformats.org/officeDocument/2006/relationships/notesSlide" Target="/ppt/notesSlides/notesSlide8.xml" Id="R7c3b22a6e0c54c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2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676393-0E6C-4257-8C73-D68DFA36E5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b7bf2bed9f478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2CD588-3542-43CA-AA42-01E9C997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A64B81-23CC-402B-9E8B-DBCB5E81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892ABA-47F2-4763-9522-AD723D5C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050" b="1">
                <a:solidFill>
                  <a:srgbClr val="F3F6F2"/>
                </a:solidFill>
              </a:defRPr>
            </a:defPPr>
            <a:lvl1pPr>
              <a:defRPr sz="4050" b="1">
                <a:solidFill>
                  <a:srgbClr val="F3F6F2"/>
                </a:solidFill>
              </a:defRPr>
            </a:lvl1pPr>
            <a:lvl2pPr>
              <a:defRPr sz="4050" b="1">
                <a:solidFill>
                  <a:srgbClr val="F3F6F2"/>
                </a:solidFill>
              </a:defRPr>
            </a:lvl2pPr>
            <a:lvl3pPr>
              <a:defRPr sz="4050" b="1">
                <a:solidFill>
                  <a:srgbClr val="F3F6F2"/>
                </a:solidFill>
              </a:defRPr>
            </a:lvl3pPr>
            <a:lvl4pPr>
              <a:defRPr sz="4050" b="1">
                <a:solidFill>
                  <a:srgbClr val="F3F6F2"/>
                </a:solidFill>
              </a:defRPr>
            </a:lvl4pPr>
            <a:lvl5pPr>
              <a:defRPr sz="4050" b="1">
                <a:solidFill>
                  <a:srgbClr val="F3F6F2"/>
                </a:solidFill>
              </a:defRPr>
            </a:lvl5pPr>
            <a:lvl6pPr>
              <a:defRPr sz="4050" b="1">
                <a:solidFill>
                  <a:srgbClr val="F3F6F2"/>
                </a:solidFill>
              </a:defRPr>
            </a:lvl6pPr>
            <a:lvl7pPr>
              <a:defRPr sz="4050" b="1">
                <a:solidFill>
                  <a:srgbClr val="F3F6F2"/>
                </a:solidFill>
              </a:defRPr>
            </a:lvl7pPr>
            <a:lvl8pPr>
              <a:defRPr sz="4050" b="1">
                <a:solidFill>
                  <a:srgbClr val="F3F6F2"/>
                </a:solidFill>
              </a:defRPr>
            </a:lvl8pPr>
            <a:lvl9pPr>
              <a:defRPr sz="4050" b="1">
                <a:solidFill>
                  <a:srgbClr val="F3F6F2"/>
                </a:solidFill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3F6F2"/>
                </a:solidFill>
              </a:defRPr>
            </a:pPr>
            <a:r>
              <a:rPr sz="4050" b="1">
                <a:solidFill>
                  <a:srgbClr val="F3F6F2"/>
                </a:solidFill>
              </a:rPr>
              <a:t>AEGIS-C2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87840-577D-4B86-9A5A-250D6318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5286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D8E2DF"/>
                </a:solidFill>
              </a:defRPr>
            </a:defPPr>
            <a:lvl1pPr>
              <a:defRPr sz="1875" b="0">
                <a:solidFill>
                  <a:srgbClr val="D8E2DF"/>
                </a:solidFill>
              </a:defRPr>
            </a:lvl1pPr>
            <a:lvl2pPr>
              <a:defRPr sz="1875" b="0">
                <a:solidFill>
                  <a:srgbClr val="D8E2DF"/>
                </a:solidFill>
              </a:defRPr>
            </a:lvl2pPr>
            <a:lvl3pPr>
              <a:defRPr sz="1875" b="0">
                <a:solidFill>
                  <a:srgbClr val="D8E2DF"/>
                </a:solidFill>
              </a:defRPr>
            </a:lvl3pPr>
            <a:lvl4pPr>
              <a:defRPr sz="1875" b="0">
                <a:solidFill>
                  <a:srgbClr val="D8E2DF"/>
                </a:solidFill>
              </a:defRPr>
            </a:lvl4pPr>
            <a:lvl5pPr>
              <a:defRPr sz="1875" b="0">
                <a:solidFill>
                  <a:srgbClr val="D8E2DF"/>
                </a:solidFill>
              </a:defRPr>
            </a:lvl5pPr>
            <a:lvl6pPr>
              <a:defRPr sz="1875" b="0">
                <a:solidFill>
                  <a:srgbClr val="D8E2DF"/>
                </a:solidFill>
              </a:defRPr>
            </a:lvl6pPr>
            <a:lvl7pPr>
              <a:defRPr sz="1875" b="0">
                <a:solidFill>
                  <a:srgbClr val="D8E2DF"/>
                </a:solidFill>
              </a:defRPr>
            </a:lvl7pPr>
            <a:lvl8pPr>
              <a:defRPr sz="1875" b="0">
                <a:solidFill>
                  <a:srgbClr val="D8E2DF"/>
                </a:solidFill>
              </a:defRPr>
            </a:lvl8pPr>
            <a:lvl9pPr>
              <a:defRPr sz="1875" b="0">
                <a:solidFill>
                  <a:srgbClr val="D8E2DF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8E2DF"/>
                </a:solidFill>
              </a:defRPr>
            </a:pPr>
            <a:r>
              <a:rPr sz="1875" b="0">
                <a:solidFill>
                  <a:srgbClr val="D8E2DF"/>
                </a:solidFill>
              </a:rPr>
              <a:t>Unified battlefield management and drone reconnaissance center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6DBB10-1159-44A1-AC20-10E81D1E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4332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D7297-9C70-45B0-A491-140B2750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476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071219"/>
                </a:solidFill>
              </a:defRPr>
            </a:defPPr>
            <a:lvl1pPr>
              <a:defRPr sz="900" b="1">
                <a:solidFill>
                  <a:srgbClr val="071219"/>
                </a:solidFill>
              </a:defRPr>
            </a:lvl1pPr>
            <a:lvl2pPr>
              <a:defRPr sz="900" b="1">
                <a:solidFill>
                  <a:srgbClr val="071219"/>
                </a:solidFill>
              </a:defRPr>
            </a:lvl2pPr>
            <a:lvl3pPr>
              <a:defRPr sz="900" b="1">
                <a:solidFill>
                  <a:srgbClr val="071219"/>
                </a:solidFill>
              </a:defRPr>
            </a:lvl3pPr>
            <a:lvl4pPr>
              <a:defRPr sz="900" b="1">
                <a:solidFill>
                  <a:srgbClr val="071219"/>
                </a:solidFill>
              </a:defRPr>
            </a:lvl4pPr>
            <a:lvl5pPr>
              <a:defRPr sz="900" b="1">
                <a:solidFill>
                  <a:srgbClr val="071219"/>
                </a:solidFill>
              </a:defRPr>
            </a:lvl5pPr>
            <a:lvl6pPr>
              <a:defRPr sz="900" b="1">
                <a:solidFill>
                  <a:srgbClr val="071219"/>
                </a:solidFill>
              </a:defRPr>
            </a:lvl6pPr>
            <a:lvl7pPr>
              <a:defRPr sz="900" b="1">
                <a:solidFill>
                  <a:srgbClr val="071219"/>
                </a:solidFill>
              </a:defRPr>
            </a:lvl7pPr>
            <a:lvl8pPr>
              <a:defRPr sz="900" b="1">
                <a:solidFill>
                  <a:srgbClr val="071219"/>
                </a:solidFill>
              </a:defRPr>
            </a:lvl8pPr>
            <a:lvl9pPr>
              <a:defRPr sz="900" b="1">
                <a:solidFill>
                  <a:srgbClr val="071219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071219"/>
                </a:solidFill>
              </a:defRPr>
            </a:pPr>
            <a:r>
              <a:rPr sz="900" b="1">
                <a:solidFill>
                  <a:srgbClr val="071219"/>
                </a:solidFill>
              </a:rPr>
              <a:t>HACKATHON PRESENTATION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664A45-4C35-463E-B77E-927733E5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6737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D1D9D5"/>
                </a:solidFill>
              </a:defRPr>
            </a:defPPr>
            <a:lvl1pPr>
              <a:defRPr sz="1050" b="1">
                <a:solidFill>
                  <a:srgbClr val="D1D9D5"/>
                </a:solidFill>
              </a:defRPr>
            </a:lvl1pPr>
            <a:lvl2pPr>
              <a:defRPr sz="1050" b="1">
                <a:solidFill>
                  <a:srgbClr val="D1D9D5"/>
                </a:solidFill>
              </a:defRPr>
            </a:lvl2pPr>
            <a:lvl3pPr>
              <a:defRPr sz="1050" b="1">
                <a:solidFill>
                  <a:srgbClr val="D1D9D5"/>
                </a:solidFill>
              </a:defRPr>
            </a:lvl3pPr>
            <a:lvl4pPr>
              <a:defRPr sz="1050" b="1">
                <a:solidFill>
                  <a:srgbClr val="D1D9D5"/>
                </a:solidFill>
              </a:defRPr>
            </a:lvl4pPr>
            <a:lvl5pPr>
              <a:defRPr sz="1050" b="1">
                <a:solidFill>
                  <a:srgbClr val="D1D9D5"/>
                </a:solidFill>
              </a:defRPr>
            </a:lvl5pPr>
            <a:lvl6pPr>
              <a:defRPr sz="1050" b="1">
                <a:solidFill>
                  <a:srgbClr val="D1D9D5"/>
                </a:solidFill>
              </a:defRPr>
            </a:lvl6pPr>
            <a:lvl7pPr>
              <a:defRPr sz="1050" b="1">
                <a:solidFill>
                  <a:srgbClr val="D1D9D5"/>
                </a:solidFill>
              </a:defRPr>
            </a:lvl7pPr>
            <a:lvl8pPr>
              <a:defRPr sz="1050" b="1">
                <a:solidFill>
                  <a:srgbClr val="D1D9D5"/>
                </a:solidFill>
              </a:defRPr>
            </a:lvl8pPr>
            <a:lvl9pPr>
              <a:defRPr sz="1050" b="1">
                <a:solidFill>
                  <a:srgbClr val="D1D9D5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D1D9D5"/>
                </a:solidFill>
              </a:defRPr>
            </a:pPr>
            <a:r>
              <a:rPr sz="1050" b="1">
                <a:solidFill>
                  <a:srgbClr val="D1D9D5"/>
                </a:solidFill>
              </a:rPr>
              <a:t>FALLING SUN 2026 × IMSEC GHAZIABAD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4D4FAC-1F3C-4BE0-BE58-59D730AF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7217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AAB8B8"/>
                </a:solidFill>
              </a:defRPr>
            </a:defPPr>
            <a:lvl1pPr>
              <a:defRPr sz="975" b="0">
                <a:solidFill>
                  <a:srgbClr val="AAB8B8"/>
                </a:solidFill>
              </a:defRPr>
            </a:lvl1pPr>
            <a:lvl2pPr>
              <a:defRPr sz="975" b="0">
                <a:solidFill>
                  <a:srgbClr val="AAB8B8"/>
                </a:solidFill>
              </a:defRPr>
            </a:lvl2pPr>
            <a:lvl3pPr>
              <a:defRPr sz="975" b="0">
                <a:solidFill>
                  <a:srgbClr val="AAB8B8"/>
                </a:solidFill>
              </a:defRPr>
            </a:lvl3pPr>
            <a:lvl4pPr>
              <a:defRPr sz="975" b="0">
                <a:solidFill>
                  <a:srgbClr val="AAB8B8"/>
                </a:solidFill>
              </a:defRPr>
            </a:lvl4pPr>
            <a:lvl5pPr>
              <a:defRPr sz="975" b="0">
                <a:solidFill>
                  <a:srgbClr val="AAB8B8"/>
                </a:solidFill>
              </a:defRPr>
            </a:lvl5pPr>
            <a:lvl6pPr>
              <a:defRPr sz="975" b="0">
                <a:solidFill>
                  <a:srgbClr val="AAB8B8"/>
                </a:solidFill>
              </a:defRPr>
            </a:lvl6pPr>
            <a:lvl7pPr>
              <a:defRPr sz="975" b="0">
                <a:solidFill>
                  <a:srgbClr val="AAB8B8"/>
                </a:solidFill>
              </a:defRPr>
            </a:lvl7pPr>
            <a:lvl8pPr>
              <a:defRPr sz="975" b="0">
                <a:solidFill>
                  <a:srgbClr val="AAB8B8"/>
                </a:solidFill>
              </a:defRPr>
            </a:lvl8pPr>
            <a:lvl9pPr>
              <a:defRPr sz="975" b="0">
                <a:solidFill>
                  <a:srgbClr val="AAB8B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AB8B8"/>
                </a:solidFill>
              </a:defRPr>
            </a:pPr>
            <a:r>
              <a:rPr sz="975" b="0">
                <a:solidFill>
                  <a:srgbClr val="AAB8B8"/>
                </a:solidFill>
              </a:rPr>
              <a:t>Web Development · Tactical coordination · Reconnaissance · Decision support</a:t>
            </a:r>
          </a:p>
        </p:txBody>
      </p:sp>
    </p:spTree>
    <p:extLst>
      <p:ext uri="{BB962C8B-B14F-4D97-AF65-F5344CB8AC3E}">
        <p14:creationId xmlns:p14="http://schemas.microsoft.com/office/powerpoint/2010/main" val="9583211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2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C60BC5-D3C0-49C5-8523-7A638F42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3F6F2"/>
                </a:solidFill>
              </a:defRPr>
            </a:defPPr>
            <a:lvl1pPr>
              <a:defRPr sz="2550" b="1">
                <a:solidFill>
                  <a:srgbClr val="F3F6F2"/>
                </a:solidFill>
              </a:defRPr>
            </a:lvl1pPr>
            <a:lvl2pPr>
              <a:defRPr sz="2550" b="1">
                <a:solidFill>
                  <a:srgbClr val="F3F6F2"/>
                </a:solidFill>
              </a:defRPr>
            </a:lvl2pPr>
            <a:lvl3pPr>
              <a:defRPr sz="2550" b="1">
                <a:solidFill>
                  <a:srgbClr val="F3F6F2"/>
                </a:solidFill>
              </a:defRPr>
            </a:lvl3pPr>
            <a:lvl4pPr>
              <a:defRPr sz="2550" b="1">
                <a:solidFill>
                  <a:srgbClr val="F3F6F2"/>
                </a:solidFill>
              </a:defRPr>
            </a:lvl4pPr>
            <a:lvl5pPr>
              <a:defRPr sz="2550" b="1">
                <a:solidFill>
                  <a:srgbClr val="F3F6F2"/>
                </a:solidFill>
              </a:defRPr>
            </a:lvl5pPr>
            <a:lvl6pPr>
              <a:defRPr sz="2550" b="1">
                <a:solidFill>
                  <a:srgbClr val="F3F6F2"/>
                </a:solidFill>
              </a:defRPr>
            </a:lvl6pPr>
            <a:lvl7pPr>
              <a:defRPr sz="2550" b="1">
                <a:solidFill>
                  <a:srgbClr val="F3F6F2"/>
                </a:solidFill>
              </a:defRPr>
            </a:lvl7pPr>
            <a:lvl8pPr>
              <a:defRPr sz="2550" b="1">
                <a:solidFill>
                  <a:srgbClr val="F3F6F2"/>
                </a:solidFill>
              </a:defRPr>
            </a:lvl8pPr>
            <a:lvl9pPr>
              <a:defRPr sz="2550" b="1">
                <a:solidFill>
                  <a:srgbClr val="F3F6F2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3F6F2"/>
                </a:solidFill>
              </a:defRPr>
            </a:pPr>
            <a:r>
              <a:rPr sz="2550" b="1">
                <a:solidFill>
                  <a:srgbClr val="F3F6F2"/>
                </a:solidFill>
              </a:rPr>
              <a:t>Operational awareness breaks when information stays fragmented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291CED-0D03-4AE6-9C55-F0FCD871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382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B6C3C4"/>
                </a:solidFill>
              </a:defRPr>
            </a:defPPr>
            <a:lvl1pPr>
              <a:defRPr sz="1200" b="0">
                <a:solidFill>
                  <a:srgbClr val="B6C3C4"/>
                </a:solidFill>
              </a:defRPr>
            </a:lvl1pPr>
            <a:lvl2pPr>
              <a:defRPr sz="1200" b="0">
                <a:solidFill>
                  <a:srgbClr val="B6C3C4"/>
                </a:solidFill>
              </a:defRPr>
            </a:lvl2pPr>
            <a:lvl3pPr>
              <a:defRPr sz="1200" b="0">
                <a:solidFill>
                  <a:srgbClr val="B6C3C4"/>
                </a:solidFill>
              </a:defRPr>
            </a:lvl3pPr>
            <a:lvl4pPr>
              <a:defRPr sz="1200" b="0">
                <a:solidFill>
                  <a:srgbClr val="B6C3C4"/>
                </a:solidFill>
              </a:defRPr>
            </a:lvl4pPr>
            <a:lvl5pPr>
              <a:defRPr sz="1200" b="0">
                <a:solidFill>
                  <a:srgbClr val="B6C3C4"/>
                </a:solidFill>
              </a:defRPr>
            </a:lvl5pPr>
            <a:lvl6pPr>
              <a:defRPr sz="1200" b="0">
                <a:solidFill>
                  <a:srgbClr val="B6C3C4"/>
                </a:solidFill>
              </a:defRPr>
            </a:lvl6pPr>
            <a:lvl7pPr>
              <a:defRPr sz="1200" b="0">
                <a:solidFill>
                  <a:srgbClr val="B6C3C4"/>
                </a:solidFill>
              </a:defRPr>
            </a:lvl7pPr>
            <a:lvl8pPr>
              <a:defRPr sz="1200" b="0">
                <a:solidFill>
                  <a:srgbClr val="B6C3C4"/>
                </a:solidFill>
              </a:defRPr>
            </a:lvl8pPr>
            <a:lvl9pPr>
              <a:defRPr sz="1200" b="0">
                <a:solidFill>
                  <a:srgbClr val="B6C3C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6C3C4"/>
                </a:solidFill>
              </a:defRPr>
            </a:pPr>
            <a:r>
              <a:rPr sz="1200" b="0">
                <a:solidFill>
                  <a:srgbClr val="B6C3C4"/>
                </a:solidFill>
              </a:rPr>
              <a:t>AEGIS-C2 consolidates planning, sensing and response workflows into one browser-based command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629086-C2C9-4FB0-9D51-BEF37938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23B5C0-9498-49E0-B957-8574FE6B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3822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2"/>
          </a:solidFill>
          <a:ln xmlns:a="http://schemas.openxmlformats.org/drawingml/2006/main" w="9525">
            <a:solidFill>
              <a:srgbClr val="2843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03F2DA-5269-487A-B683-47F330DB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9FD76F-2999-43A0-B808-D55A8B91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4312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F3F6F2"/>
                </a:solidFill>
              </a:defRPr>
            </a:defPPr>
            <a:lvl1pPr>
              <a:defRPr sz="1650" b="1">
                <a:solidFill>
                  <a:srgbClr val="F3F6F2"/>
                </a:solidFill>
              </a:defRPr>
            </a:lvl1pPr>
            <a:lvl2pPr>
              <a:defRPr sz="1650" b="1">
                <a:solidFill>
                  <a:srgbClr val="F3F6F2"/>
                </a:solidFill>
              </a:defRPr>
            </a:lvl2pPr>
            <a:lvl3pPr>
              <a:defRPr sz="1650" b="1">
                <a:solidFill>
                  <a:srgbClr val="F3F6F2"/>
                </a:solidFill>
              </a:defRPr>
            </a:lvl3pPr>
            <a:lvl4pPr>
              <a:defRPr sz="1650" b="1">
                <a:solidFill>
                  <a:srgbClr val="F3F6F2"/>
                </a:solidFill>
              </a:defRPr>
            </a:lvl4pPr>
            <a:lvl5pPr>
              <a:defRPr sz="1650" b="1">
                <a:solidFill>
                  <a:srgbClr val="F3F6F2"/>
                </a:solidFill>
              </a:defRPr>
            </a:lvl5pPr>
            <a:lvl6pPr>
              <a:defRPr sz="1650" b="1">
                <a:solidFill>
                  <a:srgbClr val="F3F6F2"/>
                </a:solidFill>
              </a:defRPr>
            </a:lvl6pPr>
            <a:lvl7pPr>
              <a:defRPr sz="1650" b="1">
                <a:solidFill>
                  <a:srgbClr val="F3F6F2"/>
                </a:solidFill>
              </a:defRPr>
            </a:lvl7pPr>
            <a:lvl8pPr>
              <a:defRPr sz="1650" b="1">
                <a:solidFill>
                  <a:srgbClr val="F3F6F2"/>
                </a:solidFill>
              </a:defRPr>
            </a:lvl8pPr>
            <a:lvl9pPr>
              <a:defRPr sz="1650" b="1">
                <a:solidFill>
                  <a:srgbClr val="F3F6F2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3F6F2"/>
                </a:solidFill>
              </a:defRPr>
            </a:pPr>
            <a:r>
              <a:rPr sz="1650" b="1">
                <a:solidFill>
                  <a:srgbClr val="F3F6F2"/>
                </a:solidFill>
              </a:rPr>
              <a:t>Geospatial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BD83CE-38F5-4370-AD02-31441127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765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B6C3C4"/>
                </a:solidFill>
              </a:defRPr>
            </a:defPPr>
            <a:lvl1pPr>
              <a:defRPr sz="1275" b="0">
                <a:solidFill>
                  <a:srgbClr val="B6C3C4"/>
                </a:solidFill>
              </a:defRPr>
            </a:lvl1pPr>
            <a:lvl2pPr>
              <a:defRPr sz="1275" b="0">
                <a:solidFill>
                  <a:srgbClr val="B6C3C4"/>
                </a:solidFill>
              </a:defRPr>
            </a:lvl2pPr>
            <a:lvl3pPr>
              <a:defRPr sz="1275" b="0">
                <a:solidFill>
                  <a:srgbClr val="B6C3C4"/>
                </a:solidFill>
              </a:defRPr>
            </a:lvl3pPr>
            <a:lvl4pPr>
              <a:defRPr sz="1275" b="0">
                <a:solidFill>
                  <a:srgbClr val="B6C3C4"/>
                </a:solidFill>
              </a:defRPr>
            </a:lvl4pPr>
            <a:lvl5pPr>
              <a:defRPr sz="1275" b="0">
                <a:solidFill>
                  <a:srgbClr val="B6C3C4"/>
                </a:solidFill>
              </a:defRPr>
            </a:lvl5pPr>
            <a:lvl6pPr>
              <a:defRPr sz="1275" b="0">
                <a:solidFill>
                  <a:srgbClr val="B6C3C4"/>
                </a:solidFill>
              </a:defRPr>
            </a:lvl6pPr>
            <a:lvl7pPr>
              <a:defRPr sz="1275" b="0">
                <a:solidFill>
                  <a:srgbClr val="B6C3C4"/>
                </a:solidFill>
              </a:defRPr>
            </a:lvl7pPr>
            <a:lvl8pPr>
              <a:defRPr sz="1275" b="0">
                <a:solidFill>
                  <a:srgbClr val="B6C3C4"/>
                </a:solidFill>
              </a:defRPr>
            </a:lvl8pPr>
            <a:lvl9pPr>
              <a:defRPr sz="1275" b="0">
                <a:solidFill>
                  <a:srgbClr val="B6C3C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6C3C4"/>
                </a:solidFill>
              </a:defRPr>
            </a:pPr>
            <a:r>
              <a:rPr sz="1275" b="0">
                <a:solidFill>
                  <a:srgbClr val="B6C3C4"/>
                </a:solidFill>
              </a:rPr>
              <a:t>A shared satellite map anchors every asset, route and contact to the same operating picture.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B22906-F5B2-45B6-AB2A-EB9EA457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103822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2"/>
          </a:solidFill>
          <a:ln xmlns:a="http://schemas.openxmlformats.org/drawingml/2006/main" w="9525">
            <a:solidFill>
              <a:srgbClr val="2843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94C972-C6D4-4FF7-A730-61B72CF3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762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18ECCC-AA7B-437E-9939-AA1E0359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F3F6F2"/>
                </a:solidFill>
              </a:defRPr>
            </a:defPPr>
            <a:lvl1pPr>
              <a:defRPr sz="1650" b="1">
                <a:solidFill>
                  <a:srgbClr val="F3F6F2"/>
                </a:solidFill>
              </a:defRPr>
            </a:lvl1pPr>
            <a:lvl2pPr>
              <a:defRPr sz="1650" b="1">
                <a:solidFill>
                  <a:srgbClr val="F3F6F2"/>
                </a:solidFill>
              </a:defRPr>
            </a:lvl2pPr>
            <a:lvl3pPr>
              <a:defRPr sz="1650" b="1">
                <a:solidFill>
                  <a:srgbClr val="F3F6F2"/>
                </a:solidFill>
              </a:defRPr>
            </a:lvl3pPr>
            <a:lvl4pPr>
              <a:defRPr sz="1650" b="1">
                <a:solidFill>
                  <a:srgbClr val="F3F6F2"/>
                </a:solidFill>
              </a:defRPr>
            </a:lvl4pPr>
            <a:lvl5pPr>
              <a:defRPr sz="1650" b="1">
                <a:solidFill>
                  <a:srgbClr val="F3F6F2"/>
                </a:solidFill>
              </a:defRPr>
            </a:lvl5pPr>
            <a:lvl6pPr>
              <a:defRPr sz="1650" b="1">
                <a:solidFill>
                  <a:srgbClr val="F3F6F2"/>
                </a:solidFill>
              </a:defRPr>
            </a:lvl6pPr>
            <a:lvl7pPr>
              <a:defRPr sz="1650" b="1">
                <a:solidFill>
                  <a:srgbClr val="F3F6F2"/>
                </a:solidFill>
              </a:defRPr>
            </a:lvl7pPr>
            <a:lvl8pPr>
              <a:defRPr sz="1650" b="1">
                <a:solidFill>
                  <a:srgbClr val="F3F6F2"/>
                </a:solidFill>
              </a:defRPr>
            </a:lvl8pPr>
            <a:lvl9pPr>
              <a:defRPr sz="1650" b="1">
                <a:solidFill>
                  <a:srgbClr val="F3F6F2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3F6F2"/>
                </a:solidFill>
              </a:defRPr>
            </a:pPr>
            <a:r>
              <a:rPr sz="1650" b="1">
                <a:solidFill>
                  <a:srgbClr val="F3F6F2"/>
                </a:solidFill>
              </a:rPr>
              <a:t>Drone 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30C5A6-B91D-4EA8-952E-F8850B7B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338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B6C3C4"/>
                </a:solidFill>
              </a:defRPr>
            </a:defPPr>
            <a:lvl1pPr>
              <a:defRPr sz="1275" b="0">
                <a:solidFill>
                  <a:srgbClr val="B6C3C4"/>
                </a:solidFill>
              </a:defRPr>
            </a:lvl1pPr>
            <a:lvl2pPr>
              <a:defRPr sz="1275" b="0">
                <a:solidFill>
                  <a:srgbClr val="B6C3C4"/>
                </a:solidFill>
              </a:defRPr>
            </a:lvl2pPr>
            <a:lvl3pPr>
              <a:defRPr sz="1275" b="0">
                <a:solidFill>
                  <a:srgbClr val="B6C3C4"/>
                </a:solidFill>
              </a:defRPr>
            </a:lvl3pPr>
            <a:lvl4pPr>
              <a:defRPr sz="1275" b="0">
                <a:solidFill>
                  <a:srgbClr val="B6C3C4"/>
                </a:solidFill>
              </a:defRPr>
            </a:lvl4pPr>
            <a:lvl5pPr>
              <a:defRPr sz="1275" b="0">
                <a:solidFill>
                  <a:srgbClr val="B6C3C4"/>
                </a:solidFill>
              </a:defRPr>
            </a:lvl5pPr>
            <a:lvl6pPr>
              <a:defRPr sz="1275" b="0">
                <a:solidFill>
                  <a:srgbClr val="B6C3C4"/>
                </a:solidFill>
              </a:defRPr>
            </a:lvl6pPr>
            <a:lvl7pPr>
              <a:defRPr sz="1275" b="0">
                <a:solidFill>
                  <a:srgbClr val="B6C3C4"/>
                </a:solidFill>
              </a:defRPr>
            </a:lvl7pPr>
            <a:lvl8pPr>
              <a:defRPr sz="1275" b="0">
                <a:solidFill>
                  <a:srgbClr val="B6C3C4"/>
                </a:solidFill>
              </a:defRPr>
            </a:lvl8pPr>
            <a:lvl9pPr>
              <a:defRPr sz="1275" b="0">
                <a:solidFill>
                  <a:srgbClr val="B6C3C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6C3C4"/>
                </a:solidFill>
              </a:defRPr>
            </a:pPr>
            <a:r>
              <a:rPr sz="1275" b="0">
                <a:solidFill>
                  <a:srgbClr val="B6C3C4"/>
                </a:solidFill>
              </a:rPr>
              <a:t>Waypoint planning, live telemetry and CSV export keep each flight traceable.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2D7EA4-795B-4A26-87D5-C80FE082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103822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2"/>
          </a:solidFill>
          <a:ln xmlns:a="http://schemas.openxmlformats.org/drawingml/2006/main" w="9525">
            <a:solidFill>
              <a:srgbClr val="2843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31DE8B-691B-4904-B1F8-2CE9D5A7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762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42159F-B702-434D-B45A-077FA5CC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5772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F3F6F2"/>
                </a:solidFill>
              </a:defRPr>
            </a:defPPr>
            <a:lvl1pPr>
              <a:defRPr sz="1650" b="1">
                <a:solidFill>
                  <a:srgbClr val="F3F6F2"/>
                </a:solidFill>
              </a:defRPr>
            </a:lvl1pPr>
            <a:lvl2pPr>
              <a:defRPr sz="1650" b="1">
                <a:solidFill>
                  <a:srgbClr val="F3F6F2"/>
                </a:solidFill>
              </a:defRPr>
            </a:lvl2pPr>
            <a:lvl3pPr>
              <a:defRPr sz="1650" b="1">
                <a:solidFill>
                  <a:srgbClr val="F3F6F2"/>
                </a:solidFill>
              </a:defRPr>
            </a:lvl3pPr>
            <a:lvl4pPr>
              <a:defRPr sz="1650" b="1">
                <a:solidFill>
                  <a:srgbClr val="F3F6F2"/>
                </a:solidFill>
              </a:defRPr>
            </a:lvl4pPr>
            <a:lvl5pPr>
              <a:defRPr sz="1650" b="1">
                <a:solidFill>
                  <a:srgbClr val="F3F6F2"/>
                </a:solidFill>
              </a:defRPr>
            </a:lvl5pPr>
            <a:lvl6pPr>
              <a:defRPr sz="1650" b="1">
                <a:solidFill>
                  <a:srgbClr val="F3F6F2"/>
                </a:solidFill>
              </a:defRPr>
            </a:lvl6pPr>
            <a:lvl7pPr>
              <a:defRPr sz="1650" b="1">
                <a:solidFill>
                  <a:srgbClr val="F3F6F2"/>
                </a:solidFill>
              </a:defRPr>
            </a:lvl7pPr>
            <a:lvl8pPr>
              <a:defRPr sz="1650" b="1">
                <a:solidFill>
                  <a:srgbClr val="F3F6F2"/>
                </a:solidFill>
              </a:defRPr>
            </a:lvl8pPr>
            <a:lvl9pPr>
              <a:defRPr sz="1650" b="1">
                <a:solidFill>
                  <a:srgbClr val="F3F6F2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3F6F2"/>
                </a:solidFill>
              </a:defRPr>
            </a:pPr>
            <a:r>
              <a:rPr sz="1650" b="1">
                <a:solidFill>
                  <a:srgbClr val="F3F6F2"/>
                </a:solidFill>
              </a:rPr>
              <a:t>Time-critical alerts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5EDF3F-5C16-4FB4-B24C-C93B92A0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911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B6C3C4"/>
                </a:solidFill>
              </a:defRPr>
            </a:defPPr>
            <a:lvl1pPr>
              <a:defRPr sz="1275" b="0">
                <a:solidFill>
                  <a:srgbClr val="B6C3C4"/>
                </a:solidFill>
              </a:defRPr>
            </a:lvl1pPr>
            <a:lvl2pPr>
              <a:defRPr sz="1275" b="0">
                <a:solidFill>
                  <a:srgbClr val="B6C3C4"/>
                </a:solidFill>
              </a:defRPr>
            </a:lvl2pPr>
            <a:lvl3pPr>
              <a:defRPr sz="1275" b="0">
                <a:solidFill>
                  <a:srgbClr val="B6C3C4"/>
                </a:solidFill>
              </a:defRPr>
            </a:lvl3pPr>
            <a:lvl4pPr>
              <a:defRPr sz="1275" b="0">
                <a:solidFill>
                  <a:srgbClr val="B6C3C4"/>
                </a:solidFill>
              </a:defRPr>
            </a:lvl4pPr>
            <a:lvl5pPr>
              <a:defRPr sz="1275" b="0">
                <a:solidFill>
                  <a:srgbClr val="B6C3C4"/>
                </a:solidFill>
              </a:defRPr>
            </a:lvl5pPr>
            <a:lvl6pPr>
              <a:defRPr sz="1275" b="0">
                <a:solidFill>
                  <a:srgbClr val="B6C3C4"/>
                </a:solidFill>
              </a:defRPr>
            </a:lvl6pPr>
            <a:lvl7pPr>
              <a:defRPr sz="1275" b="0">
                <a:solidFill>
                  <a:srgbClr val="B6C3C4"/>
                </a:solidFill>
              </a:defRPr>
            </a:lvl7pPr>
            <a:lvl8pPr>
              <a:defRPr sz="1275" b="0">
                <a:solidFill>
                  <a:srgbClr val="B6C3C4"/>
                </a:solidFill>
              </a:defRPr>
            </a:lvl8pPr>
            <a:lvl9pPr>
              <a:defRPr sz="1275" b="0">
                <a:solidFill>
                  <a:srgbClr val="B6C3C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6C3C4"/>
                </a:solidFill>
              </a:defRPr>
            </a:pPr>
            <a:r>
              <a:rPr sz="1275" b="0">
                <a:solidFill>
                  <a:srgbClr val="B6C3C4"/>
                </a:solidFill>
              </a:rPr>
              <a:t>Interactive threat injection and response cues let teams rehearse decisions during a demo.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E394C6-A9C1-47A1-BAE1-10F0654E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55C7BE"/>
                </a:solidFill>
              </a:defRPr>
            </a:defPPr>
            <a:lvl1pPr>
              <a:defRPr sz="1500" b="1">
                <a:solidFill>
                  <a:srgbClr val="55C7BE"/>
                </a:solidFill>
              </a:defRPr>
            </a:lvl1pPr>
            <a:lvl2pPr>
              <a:defRPr sz="1500" b="1">
                <a:solidFill>
                  <a:srgbClr val="55C7BE"/>
                </a:solidFill>
              </a:defRPr>
            </a:lvl2pPr>
            <a:lvl3pPr>
              <a:defRPr sz="1500" b="1">
                <a:solidFill>
                  <a:srgbClr val="55C7BE"/>
                </a:solidFill>
              </a:defRPr>
            </a:lvl3pPr>
            <a:lvl4pPr>
              <a:defRPr sz="1500" b="1">
                <a:solidFill>
                  <a:srgbClr val="55C7BE"/>
                </a:solidFill>
              </a:defRPr>
            </a:lvl4pPr>
            <a:lvl5pPr>
              <a:defRPr sz="1500" b="1">
                <a:solidFill>
                  <a:srgbClr val="55C7BE"/>
                </a:solidFill>
              </a:defRPr>
            </a:lvl5pPr>
            <a:lvl6pPr>
              <a:defRPr sz="1500" b="1">
                <a:solidFill>
                  <a:srgbClr val="55C7BE"/>
                </a:solidFill>
              </a:defRPr>
            </a:lvl6pPr>
            <a:lvl7pPr>
              <a:defRPr sz="1500" b="1">
                <a:solidFill>
                  <a:srgbClr val="55C7BE"/>
                </a:solidFill>
              </a:defRPr>
            </a:lvl7pPr>
            <a:lvl8pPr>
              <a:defRPr sz="1500" b="1">
                <a:solidFill>
                  <a:srgbClr val="55C7BE"/>
                </a:solidFill>
              </a:defRPr>
            </a:lvl8pPr>
            <a:lvl9pPr>
              <a:defRPr sz="1500" b="1">
                <a:solidFill>
                  <a:srgbClr val="55C7B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55C7BE"/>
                </a:solidFill>
              </a:defRPr>
            </a:pPr>
            <a:r>
              <a:rPr sz="1500" b="1">
                <a:solidFill>
                  <a:srgbClr val="55C7BE"/>
                </a:solidFill>
              </a:rPr>
              <a:t>Design goal: one operating picture for tactical coordination and reconnaissance.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6D6D05-B38E-4D01-8634-DBE1D96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81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7F9699"/>
                </a:solidFill>
              </a:defRPr>
            </a:defPPr>
            <a:lvl1pPr>
              <a:defRPr sz="825" b="1">
                <a:solidFill>
                  <a:srgbClr val="7F9699"/>
                </a:solidFill>
              </a:defRPr>
            </a:lvl1pPr>
            <a:lvl2pPr>
              <a:defRPr sz="825" b="1">
                <a:solidFill>
                  <a:srgbClr val="7F9699"/>
                </a:solidFill>
              </a:defRPr>
            </a:lvl2pPr>
            <a:lvl3pPr>
              <a:defRPr sz="825" b="1">
                <a:solidFill>
                  <a:srgbClr val="7F9699"/>
                </a:solidFill>
              </a:defRPr>
            </a:lvl3pPr>
            <a:lvl4pPr>
              <a:defRPr sz="825" b="1">
                <a:solidFill>
                  <a:srgbClr val="7F9699"/>
                </a:solidFill>
              </a:defRPr>
            </a:lvl4pPr>
            <a:lvl5pPr>
              <a:defRPr sz="825" b="1">
                <a:solidFill>
                  <a:srgbClr val="7F9699"/>
                </a:solidFill>
              </a:defRPr>
            </a:lvl5pPr>
            <a:lvl6pPr>
              <a:defRPr sz="825" b="1">
                <a:solidFill>
                  <a:srgbClr val="7F9699"/>
                </a:solidFill>
              </a:defRPr>
            </a:lvl6pPr>
            <a:lvl7pPr>
              <a:defRPr sz="825" b="1">
                <a:solidFill>
                  <a:srgbClr val="7F9699"/>
                </a:solidFill>
              </a:defRPr>
            </a:lvl7pPr>
            <a:lvl8pPr>
              <a:defRPr sz="825" b="1">
                <a:solidFill>
                  <a:srgbClr val="7F9699"/>
                </a:solidFill>
              </a:defRPr>
            </a:lvl8pPr>
            <a:lvl9pPr>
              <a:defRPr sz="825" b="1">
                <a:solidFill>
                  <a:srgbClr val="7F9699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7F9699"/>
                </a:solidFill>
              </a:defRPr>
            </a:pPr>
            <a:r>
              <a:rPr sz="825" b="1">
                <a:solidFill>
                  <a:srgbClr val="7F9699"/>
                </a:solidFill>
              </a:rPr>
              <a:t>AEGIS-C2  |  FALLING SUN 2026 × IMSEC GHAZIABAD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55DED1-1B19-45F3-962F-4ECA87CC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865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7F9699"/>
                </a:solidFill>
              </a:defRPr>
            </a:defPPr>
            <a:lvl1pPr>
              <a:defRPr sz="825" b="1">
                <a:solidFill>
                  <a:srgbClr val="7F9699"/>
                </a:solidFill>
              </a:defRPr>
            </a:lvl1pPr>
            <a:lvl2pPr>
              <a:defRPr sz="825" b="1">
                <a:solidFill>
                  <a:srgbClr val="7F9699"/>
                </a:solidFill>
              </a:defRPr>
            </a:lvl2pPr>
            <a:lvl3pPr>
              <a:defRPr sz="825" b="1">
                <a:solidFill>
                  <a:srgbClr val="7F9699"/>
                </a:solidFill>
              </a:defRPr>
            </a:lvl3pPr>
            <a:lvl4pPr>
              <a:defRPr sz="825" b="1">
                <a:solidFill>
                  <a:srgbClr val="7F9699"/>
                </a:solidFill>
              </a:defRPr>
            </a:lvl4pPr>
            <a:lvl5pPr>
              <a:defRPr sz="825" b="1">
                <a:solidFill>
                  <a:srgbClr val="7F9699"/>
                </a:solidFill>
              </a:defRPr>
            </a:lvl5pPr>
            <a:lvl6pPr>
              <a:defRPr sz="825" b="1">
                <a:solidFill>
                  <a:srgbClr val="7F9699"/>
                </a:solidFill>
              </a:defRPr>
            </a:lvl6pPr>
            <a:lvl7pPr>
              <a:defRPr sz="825" b="1">
                <a:solidFill>
                  <a:srgbClr val="7F9699"/>
                </a:solidFill>
              </a:defRPr>
            </a:lvl7pPr>
            <a:lvl8pPr>
              <a:defRPr sz="825" b="1">
                <a:solidFill>
                  <a:srgbClr val="7F9699"/>
                </a:solidFill>
              </a:defRPr>
            </a:lvl8pPr>
            <a:lvl9pPr>
              <a:defRPr sz="825" b="1">
                <a:solidFill>
                  <a:srgbClr val="7F9699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7F9699"/>
                </a:solidFill>
              </a:defRPr>
            </a:pPr>
            <a:r>
              <a:rPr sz="825" b="1">
                <a:solidFill>
                  <a:srgbClr val="7F9699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225424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2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632AF5-4C66-41FA-8B06-E80F876F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3F6F2"/>
                </a:solidFill>
              </a:defRPr>
            </a:defPPr>
            <a:lvl1pPr>
              <a:defRPr sz="2550" b="1">
                <a:solidFill>
                  <a:srgbClr val="F3F6F2"/>
                </a:solidFill>
              </a:defRPr>
            </a:lvl1pPr>
            <a:lvl2pPr>
              <a:defRPr sz="2550" b="1">
                <a:solidFill>
                  <a:srgbClr val="F3F6F2"/>
                </a:solidFill>
              </a:defRPr>
            </a:lvl2pPr>
            <a:lvl3pPr>
              <a:defRPr sz="2550" b="1">
                <a:solidFill>
                  <a:srgbClr val="F3F6F2"/>
                </a:solidFill>
              </a:defRPr>
            </a:lvl3pPr>
            <a:lvl4pPr>
              <a:defRPr sz="2550" b="1">
                <a:solidFill>
                  <a:srgbClr val="F3F6F2"/>
                </a:solidFill>
              </a:defRPr>
            </a:lvl4pPr>
            <a:lvl5pPr>
              <a:defRPr sz="2550" b="1">
                <a:solidFill>
                  <a:srgbClr val="F3F6F2"/>
                </a:solidFill>
              </a:defRPr>
            </a:lvl5pPr>
            <a:lvl6pPr>
              <a:defRPr sz="2550" b="1">
                <a:solidFill>
                  <a:srgbClr val="F3F6F2"/>
                </a:solidFill>
              </a:defRPr>
            </a:lvl6pPr>
            <a:lvl7pPr>
              <a:defRPr sz="2550" b="1">
                <a:solidFill>
                  <a:srgbClr val="F3F6F2"/>
                </a:solidFill>
              </a:defRPr>
            </a:lvl7pPr>
            <a:lvl8pPr>
              <a:defRPr sz="2550" b="1">
                <a:solidFill>
                  <a:srgbClr val="F3F6F2"/>
                </a:solidFill>
              </a:defRPr>
            </a:lvl8pPr>
            <a:lvl9pPr>
              <a:defRPr sz="2550" b="1">
                <a:solidFill>
                  <a:srgbClr val="F3F6F2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3F6F2"/>
                </a:solidFill>
              </a:defRPr>
            </a:pPr>
            <a:r>
              <a:rPr sz="2550" b="1">
                <a:solidFill>
                  <a:srgbClr val="F3F6F2"/>
                </a:solidFill>
              </a:rPr>
              <a:t>One interface connects planning, sensing and 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2C680-FB50-43E3-8584-A108FE8B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382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B6C3C4"/>
                </a:solidFill>
              </a:defRPr>
            </a:defPPr>
            <a:lvl1pPr>
              <a:defRPr sz="1200" b="0">
                <a:solidFill>
                  <a:srgbClr val="B6C3C4"/>
                </a:solidFill>
              </a:defRPr>
            </a:lvl1pPr>
            <a:lvl2pPr>
              <a:defRPr sz="1200" b="0">
                <a:solidFill>
                  <a:srgbClr val="B6C3C4"/>
                </a:solidFill>
              </a:defRPr>
            </a:lvl2pPr>
            <a:lvl3pPr>
              <a:defRPr sz="1200" b="0">
                <a:solidFill>
                  <a:srgbClr val="B6C3C4"/>
                </a:solidFill>
              </a:defRPr>
            </a:lvl3pPr>
            <a:lvl4pPr>
              <a:defRPr sz="1200" b="0">
                <a:solidFill>
                  <a:srgbClr val="B6C3C4"/>
                </a:solidFill>
              </a:defRPr>
            </a:lvl4pPr>
            <a:lvl5pPr>
              <a:defRPr sz="1200" b="0">
                <a:solidFill>
                  <a:srgbClr val="B6C3C4"/>
                </a:solidFill>
              </a:defRPr>
            </a:lvl5pPr>
            <a:lvl6pPr>
              <a:defRPr sz="1200" b="0">
                <a:solidFill>
                  <a:srgbClr val="B6C3C4"/>
                </a:solidFill>
              </a:defRPr>
            </a:lvl6pPr>
            <a:lvl7pPr>
              <a:defRPr sz="1200" b="0">
                <a:solidFill>
                  <a:srgbClr val="B6C3C4"/>
                </a:solidFill>
              </a:defRPr>
            </a:lvl7pPr>
            <a:lvl8pPr>
              <a:defRPr sz="1200" b="0">
                <a:solidFill>
                  <a:srgbClr val="B6C3C4"/>
                </a:solidFill>
              </a:defRPr>
            </a:lvl8pPr>
            <a:lvl9pPr>
              <a:defRPr sz="1200" b="0">
                <a:solidFill>
                  <a:srgbClr val="B6C3C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6C3C4"/>
                </a:solidFill>
              </a:defRPr>
            </a:pPr>
            <a:r>
              <a:rPr sz="1200" b="0">
                <a:solidFill>
                  <a:srgbClr val="B6C3C4"/>
                </a:solidFill>
              </a:rPr>
              <a:t>AEGIS-C2 combines map-led coordination with live operational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338D8C-15A1-4A58-99DA-3C7775C5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831C97-E548-4F06-B95F-F54AD1F599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7784f99c414a88"/>
          <a:srcRect xmlns:a="http://schemas.openxmlformats.org/drawingml/2006/main" l="14174" t="0" r="141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1581150"/>
            <a:ext cx="5238750" cy="41148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B5827F-43F5-412B-A459-98F653F0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5410200" cy="41148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83DCE-E7AC-4BC4-A70E-2BDB28F3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619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2"/>
          </a:solidFill>
          <a:ln xmlns:a="http://schemas.openxmlformats.org/drawingml/2006/main" w="9525">
            <a:solidFill>
              <a:srgbClr val="2843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635C71-1ABB-49AF-8590-BA6552B6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F2B84B"/>
                </a:solidFill>
              </a:defRPr>
            </a:defPPr>
            <a:lvl1pPr>
              <a:defRPr sz="2250" b="1">
                <a:solidFill>
                  <a:srgbClr val="F2B84B"/>
                </a:solidFill>
              </a:defRPr>
            </a:lvl1pPr>
            <a:lvl2pPr>
              <a:defRPr sz="2250" b="1">
                <a:solidFill>
                  <a:srgbClr val="F2B84B"/>
                </a:solidFill>
              </a:defRPr>
            </a:lvl2pPr>
            <a:lvl3pPr>
              <a:defRPr sz="2250" b="1">
                <a:solidFill>
                  <a:srgbClr val="F2B84B"/>
                </a:solidFill>
              </a:defRPr>
            </a:lvl3pPr>
            <a:lvl4pPr>
              <a:defRPr sz="2250" b="1">
                <a:solidFill>
                  <a:srgbClr val="F2B84B"/>
                </a:solidFill>
              </a:defRPr>
            </a:lvl4pPr>
            <a:lvl5pPr>
              <a:defRPr sz="2250" b="1">
                <a:solidFill>
                  <a:srgbClr val="F2B84B"/>
                </a:solidFill>
              </a:defRPr>
            </a:lvl5pPr>
            <a:lvl6pPr>
              <a:defRPr sz="2250" b="1">
                <a:solidFill>
                  <a:srgbClr val="F2B84B"/>
                </a:solidFill>
              </a:defRPr>
            </a:lvl6pPr>
            <a:lvl7pPr>
              <a:defRPr sz="2250" b="1">
                <a:solidFill>
                  <a:srgbClr val="F2B84B"/>
                </a:solidFill>
              </a:defRPr>
            </a:lvl7pPr>
            <a:lvl8pPr>
              <a:defRPr sz="2250" b="1">
                <a:solidFill>
                  <a:srgbClr val="F2B84B"/>
                </a:solidFill>
              </a:defRPr>
            </a:lvl8pPr>
            <a:lvl9pPr>
              <a:defRPr sz="2250" b="1">
                <a:solidFill>
                  <a:srgbClr val="F2B84B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2B84B"/>
                </a:solidFill>
              </a:defRPr>
            </a:pPr>
            <a:r>
              <a:rPr sz="2250" b="1">
                <a:solidFill>
                  <a:srgbClr val="F2B84B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46E40F-D56E-42E0-BE16-76CB36E8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F3F6F2"/>
                </a:solidFill>
              </a:defRPr>
            </a:defPPr>
            <a:lvl1pPr>
              <a:defRPr sz="1275" b="1">
                <a:solidFill>
                  <a:srgbClr val="F3F6F2"/>
                </a:solidFill>
              </a:defRPr>
            </a:lvl1pPr>
            <a:lvl2pPr>
              <a:defRPr sz="1275" b="1">
                <a:solidFill>
                  <a:srgbClr val="F3F6F2"/>
                </a:solidFill>
              </a:defRPr>
            </a:lvl2pPr>
            <a:lvl3pPr>
              <a:defRPr sz="1275" b="1">
                <a:solidFill>
                  <a:srgbClr val="F3F6F2"/>
                </a:solidFill>
              </a:defRPr>
            </a:lvl3pPr>
            <a:lvl4pPr>
              <a:defRPr sz="1275" b="1">
                <a:solidFill>
                  <a:srgbClr val="F3F6F2"/>
                </a:solidFill>
              </a:defRPr>
            </a:lvl4pPr>
            <a:lvl5pPr>
              <a:defRPr sz="1275" b="1">
                <a:solidFill>
                  <a:srgbClr val="F3F6F2"/>
                </a:solidFill>
              </a:defRPr>
            </a:lvl5pPr>
            <a:lvl6pPr>
              <a:defRPr sz="1275" b="1">
                <a:solidFill>
                  <a:srgbClr val="F3F6F2"/>
                </a:solidFill>
              </a:defRPr>
            </a:lvl6pPr>
            <a:lvl7pPr>
              <a:defRPr sz="1275" b="1">
                <a:solidFill>
                  <a:srgbClr val="F3F6F2"/>
                </a:solidFill>
              </a:defRPr>
            </a:lvl7pPr>
            <a:lvl8pPr>
              <a:defRPr sz="1275" b="1">
                <a:solidFill>
                  <a:srgbClr val="F3F6F2"/>
                </a:solidFill>
              </a:defRPr>
            </a:lvl8pPr>
            <a:lvl9pPr>
              <a:defRPr sz="1275" b="1">
                <a:solidFill>
                  <a:srgbClr val="F3F6F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3F6F2"/>
                </a:solidFill>
              </a:defRPr>
            </a:pPr>
            <a:r>
              <a:rPr sz="1275" b="1">
                <a:solidFill>
                  <a:srgbClr val="F3F6F2"/>
                </a:solidFill>
              </a:rPr>
              <a:t>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377E5A-E373-41B0-BE3A-3983C0A9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123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B6C3C4"/>
                </a:solidFill>
              </a:defRPr>
            </a:defPPr>
            <a:lvl1pPr>
              <a:defRPr sz="1125" b="0">
                <a:solidFill>
                  <a:srgbClr val="B6C3C4"/>
                </a:solidFill>
              </a:defRPr>
            </a:lvl1pPr>
            <a:lvl2pPr>
              <a:defRPr sz="1125" b="0">
                <a:solidFill>
                  <a:srgbClr val="B6C3C4"/>
                </a:solidFill>
              </a:defRPr>
            </a:lvl2pPr>
            <a:lvl3pPr>
              <a:defRPr sz="1125" b="0">
                <a:solidFill>
                  <a:srgbClr val="B6C3C4"/>
                </a:solidFill>
              </a:defRPr>
            </a:lvl3pPr>
            <a:lvl4pPr>
              <a:defRPr sz="1125" b="0">
                <a:solidFill>
                  <a:srgbClr val="B6C3C4"/>
                </a:solidFill>
              </a:defRPr>
            </a:lvl4pPr>
            <a:lvl5pPr>
              <a:defRPr sz="1125" b="0">
                <a:solidFill>
                  <a:srgbClr val="B6C3C4"/>
                </a:solidFill>
              </a:defRPr>
            </a:lvl5pPr>
            <a:lvl6pPr>
              <a:defRPr sz="1125" b="0">
                <a:solidFill>
                  <a:srgbClr val="B6C3C4"/>
                </a:solidFill>
              </a:defRPr>
            </a:lvl6pPr>
            <a:lvl7pPr>
              <a:defRPr sz="1125" b="0">
                <a:solidFill>
                  <a:srgbClr val="B6C3C4"/>
                </a:solidFill>
              </a:defRPr>
            </a:lvl7pPr>
            <a:lvl8pPr>
              <a:defRPr sz="1125" b="0">
                <a:solidFill>
                  <a:srgbClr val="B6C3C4"/>
                </a:solidFill>
              </a:defRPr>
            </a:lvl8pPr>
            <a:lvl9pPr>
              <a:defRPr sz="1125" b="0">
                <a:solidFill>
                  <a:srgbClr val="B6C3C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6C3C4"/>
                </a:solidFill>
              </a:defRPr>
            </a:pPr>
            <a:r>
              <a:rPr sz="1125" b="0">
                <a:solidFill>
                  <a:srgbClr val="B6C3C4"/>
                </a:solidFill>
              </a:rPr>
              <a:t>Plot sequential flight corridors and select mission assets.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47970F-1DC6-4132-AA6E-5D1F0178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00250"/>
            <a:ext cx="1619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2"/>
          </a:solidFill>
          <a:ln xmlns:a="http://schemas.openxmlformats.org/drawingml/2006/main" w="9525">
            <a:solidFill>
              <a:srgbClr val="2843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39274A-A397-4B96-837A-1699DE06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288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F2B84B"/>
                </a:solidFill>
              </a:defRPr>
            </a:defPPr>
            <a:lvl1pPr>
              <a:defRPr sz="2250" b="1">
                <a:solidFill>
                  <a:srgbClr val="F2B84B"/>
                </a:solidFill>
              </a:defRPr>
            </a:lvl1pPr>
            <a:lvl2pPr>
              <a:defRPr sz="2250" b="1">
                <a:solidFill>
                  <a:srgbClr val="F2B84B"/>
                </a:solidFill>
              </a:defRPr>
            </a:lvl2pPr>
            <a:lvl3pPr>
              <a:defRPr sz="2250" b="1">
                <a:solidFill>
                  <a:srgbClr val="F2B84B"/>
                </a:solidFill>
              </a:defRPr>
            </a:lvl3pPr>
            <a:lvl4pPr>
              <a:defRPr sz="2250" b="1">
                <a:solidFill>
                  <a:srgbClr val="F2B84B"/>
                </a:solidFill>
              </a:defRPr>
            </a:lvl4pPr>
            <a:lvl5pPr>
              <a:defRPr sz="2250" b="1">
                <a:solidFill>
                  <a:srgbClr val="F2B84B"/>
                </a:solidFill>
              </a:defRPr>
            </a:lvl5pPr>
            <a:lvl6pPr>
              <a:defRPr sz="2250" b="1">
                <a:solidFill>
                  <a:srgbClr val="F2B84B"/>
                </a:solidFill>
              </a:defRPr>
            </a:lvl6pPr>
            <a:lvl7pPr>
              <a:defRPr sz="2250" b="1">
                <a:solidFill>
                  <a:srgbClr val="F2B84B"/>
                </a:solidFill>
              </a:defRPr>
            </a:lvl7pPr>
            <a:lvl8pPr>
              <a:defRPr sz="2250" b="1">
                <a:solidFill>
                  <a:srgbClr val="F2B84B"/>
                </a:solidFill>
              </a:defRPr>
            </a:lvl8pPr>
            <a:lvl9pPr>
              <a:defRPr sz="2250" b="1">
                <a:solidFill>
                  <a:srgbClr val="F2B84B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2B84B"/>
                </a:solidFill>
              </a:defRPr>
            </a:pPr>
            <a:r>
              <a:rPr sz="2250" b="1">
                <a:solidFill>
                  <a:srgbClr val="F2B84B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17C127-4073-494A-8869-D7BA8335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003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F3F6F2"/>
                </a:solidFill>
              </a:defRPr>
            </a:defPPr>
            <a:lvl1pPr>
              <a:defRPr sz="1275" b="1">
                <a:solidFill>
                  <a:srgbClr val="F3F6F2"/>
                </a:solidFill>
              </a:defRPr>
            </a:lvl1pPr>
            <a:lvl2pPr>
              <a:defRPr sz="1275" b="1">
                <a:solidFill>
                  <a:srgbClr val="F3F6F2"/>
                </a:solidFill>
              </a:defRPr>
            </a:lvl2pPr>
            <a:lvl3pPr>
              <a:defRPr sz="1275" b="1">
                <a:solidFill>
                  <a:srgbClr val="F3F6F2"/>
                </a:solidFill>
              </a:defRPr>
            </a:lvl3pPr>
            <a:lvl4pPr>
              <a:defRPr sz="1275" b="1">
                <a:solidFill>
                  <a:srgbClr val="F3F6F2"/>
                </a:solidFill>
              </a:defRPr>
            </a:lvl4pPr>
            <a:lvl5pPr>
              <a:defRPr sz="1275" b="1">
                <a:solidFill>
                  <a:srgbClr val="F3F6F2"/>
                </a:solidFill>
              </a:defRPr>
            </a:lvl5pPr>
            <a:lvl6pPr>
              <a:defRPr sz="1275" b="1">
                <a:solidFill>
                  <a:srgbClr val="F3F6F2"/>
                </a:solidFill>
              </a:defRPr>
            </a:lvl6pPr>
            <a:lvl7pPr>
              <a:defRPr sz="1275" b="1">
                <a:solidFill>
                  <a:srgbClr val="F3F6F2"/>
                </a:solidFill>
              </a:defRPr>
            </a:lvl7pPr>
            <a:lvl8pPr>
              <a:defRPr sz="1275" b="1">
                <a:solidFill>
                  <a:srgbClr val="F3F6F2"/>
                </a:solidFill>
              </a:defRPr>
            </a:lvl8pPr>
            <a:lvl9pPr>
              <a:defRPr sz="1275" b="1">
                <a:solidFill>
                  <a:srgbClr val="F3F6F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3F6F2"/>
                </a:solidFill>
              </a:defRPr>
            </a:pPr>
            <a:r>
              <a:rPr sz="1275" b="1">
                <a:solidFill>
                  <a:srgbClr val="F3F6F2"/>
                </a:solidFill>
              </a:rPr>
              <a:t>OBSERVE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4E8D40-97A3-4C58-8974-F443C1A9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48025"/>
            <a:ext cx="123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B6C3C4"/>
                </a:solidFill>
              </a:defRPr>
            </a:defPPr>
            <a:lvl1pPr>
              <a:defRPr sz="1125" b="0">
                <a:solidFill>
                  <a:srgbClr val="B6C3C4"/>
                </a:solidFill>
              </a:defRPr>
            </a:lvl1pPr>
            <a:lvl2pPr>
              <a:defRPr sz="1125" b="0">
                <a:solidFill>
                  <a:srgbClr val="B6C3C4"/>
                </a:solidFill>
              </a:defRPr>
            </a:lvl2pPr>
            <a:lvl3pPr>
              <a:defRPr sz="1125" b="0">
                <a:solidFill>
                  <a:srgbClr val="B6C3C4"/>
                </a:solidFill>
              </a:defRPr>
            </a:lvl3pPr>
            <a:lvl4pPr>
              <a:defRPr sz="1125" b="0">
                <a:solidFill>
                  <a:srgbClr val="B6C3C4"/>
                </a:solidFill>
              </a:defRPr>
            </a:lvl4pPr>
            <a:lvl5pPr>
              <a:defRPr sz="1125" b="0">
                <a:solidFill>
                  <a:srgbClr val="B6C3C4"/>
                </a:solidFill>
              </a:defRPr>
            </a:lvl5pPr>
            <a:lvl6pPr>
              <a:defRPr sz="1125" b="0">
                <a:solidFill>
                  <a:srgbClr val="B6C3C4"/>
                </a:solidFill>
              </a:defRPr>
            </a:lvl6pPr>
            <a:lvl7pPr>
              <a:defRPr sz="1125" b="0">
                <a:solidFill>
                  <a:srgbClr val="B6C3C4"/>
                </a:solidFill>
              </a:defRPr>
            </a:lvl7pPr>
            <a:lvl8pPr>
              <a:defRPr sz="1125" b="0">
                <a:solidFill>
                  <a:srgbClr val="B6C3C4"/>
                </a:solidFill>
              </a:defRPr>
            </a:lvl8pPr>
            <a:lvl9pPr>
              <a:defRPr sz="1125" b="0">
                <a:solidFill>
                  <a:srgbClr val="B6C3C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6C3C4"/>
                </a:solidFill>
              </a:defRPr>
            </a:pPr>
            <a:r>
              <a:rPr sz="1125" b="0">
                <a:solidFill>
                  <a:srgbClr val="B6C3C4"/>
                </a:solidFill>
              </a:rPr>
              <a:t>Review camera feeds, map tracks and telemetry signals.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46BEAE-5EDE-4437-AB2F-DE97184C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00250"/>
            <a:ext cx="1619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2"/>
          </a:solidFill>
          <a:ln xmlns:a="http://schemas.openxmlformats.org/drawingml/2006/main" w="9525">
            <a:solidFill>
              <a:srgbClr val="2843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977CA2-86E8-4CDE-9E22-434B8AC1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288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F2B84B"/>
                </a:solidFill>
              </a:defRPr>
            </a:defPPr>
            <a:lvl1pPr>
              <a:defRPr sz="2250" b="1">
                <a:solidFill>
                  <a:srgbClr val="F2B84B"/>
                </a:solidFill>
              </a:defRPr>
            </a:lvl1pPr>
            <a:lvl2pPr>
              <a:defRPr sz="2250" b="1">
                <a:solidFill>
                  <a:srgbClr val="F2B84B"/>
                </a:solidFill>
              </a:defRPr>
            </a:lvl2pPr>
            <a:lvl3pPr>
              <a:defRPr sz="2250" b="1">
                <a:solidFill>
                  <a:srgbClr val="F2B84B"/>
                </a:solidFill>
              </a:defRPr>
            </a:lvl3pPr>
            <a:lvl4pPr>
              <a:defRPr sz="2250" b="1">
                <a:solidFill>
                  <a:srgbClr val="F2B84B"/>
                </a:solidFill>
              </a:defRPr>
            </a:lvl4pPr>
            <a:lvl5pPr>
              <a:defRPr sz="2250" b="1">
                <a:solidFill>
                  <a:srgbClr val="F2B84B"/>
                </a:solidFill>
              </a:defRPr>
            </a:lvl5pPr>
            <a:lvl6pPr>
              <a:defRPr sz="2250" b="1">
                <a:solidFill>
                  <a:srgbClr val="F2B84B"/>
                </a:solidFill>
              </a:defRPr>
            </a:lvl6pPr>
            <a:lvl7pPr>
              <a:defRPr sz="2250" b="1">
                <a:solidFill>
                  <a:srgbClr val="F2B84B"/>
                </a:solidFill>
              </a:defRPr>
            </a:lvl7pPr>
            <a:lvl8pPr>
              <a:defRPr sz="2250" b="1">
                <a:solidFill>
                  <a:srgbClr val="F2B84B"/>
                </a:solidFill>
              </a:defRPr>
            </a:lvl8pPr>
            <a:lvl9pPr>
              <a:defRPr sz="2250" b="1">
                <a:solidFill>
                  <a:srgbClr val="F2B84B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2B84B"/>
                </a:solidFill>
              </a:defRPr>
            </a:pPr>
            <a:r>
              <a:rPr sz="2250" b="1">
                <a:solidFill>
                  <a:srgbClr val="F2B84B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60236F-1A7F-4FF0-8353-6DEB58A5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003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F3F6F2"/>
                </a:solidFill>
              </a:defRPr>
            </a:defPPr>
            <a:lvl1pPr>
              <a:defRPr sz="1275" b="1">
                <a:solidFill>
                  <a:srgbClr val="F3F6F2"/>
                </a:solidFill>
              </a:defRPr>
            </a:lvl1pPr>
            <a:lvl2pPr>
              <a:defRPr sz="1275" b="1">
                <a:solidFill>
                  <a:srgbClr val="F3F6F2"/>
                </a:solidFill>
              </a:defRPr>
            </a:lvl2pPr>
            <a:lvl3pPr>
              <a:defRPr sz="1275" b="1">
                <a:solidFill>
                  <a:srgbClr val="F3F6F2"/>
                </a:solidFill>
              </a:defRPr>
            </a:lvl3pPr>
            <a:lvl4pPr>
              <a:defRPr sz="1275" b="1">
                <a:solidFill>
                  <a:srgbClr val="F3F6F2"/>
                </a:solidFill>
              </a:defRPr>
            </a:lvl4pPr>
            <a:lvl5pPr>
              <a:defRPr sz="1275" b="1">
                <a:solidFill>
                  <a:srgbClr val="F3F6F2"/>
                </a:solidFill>
              </a:defRPr>
            </a:lvl5pPr>
            <a:lvl6pPr>
              <a:defRPr sz="1275" b="1">
                <a:solidFill>
                  <a:srgbClr val="F3F6F2"/>
                </a:solidFill>
              </a:defRPr>
            </a:lvl6pPr>
            <a:lvl7pPr>
              <a:defRPr sz="1275" b="1">
                <a:solidFill>
                  <a:srgbClr val="F3F6F2"/>
                </a:solidFill>
              </a:defRPr>
            </a:lvl7pPr>
            <a:lvl8pPr>
              <a:defRPr sz="1275" b="1">
                <a:solidFill>
                  <a:srgbClr val="F3F6F2"/>
                </a:solidFill>
              </a:defRPr>
            </a:lvl8pPr>
            <a:lvl9pPr>
              <a:defRPr sz="1275" b="1">
                <a:solidFill>
                  <a:srgbClr val="F3F6F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3F6F2"/>
                </a:solidFill>
              </a:defRPr>
            </a:pPr>
            <a:r>
              <a:rPr sz="1275" b="1">
                <a:solidFill>
                  <a:srgbClr val="F3F6F2"/>
                </a:solidFill>
              </a:rPr>
              <a:t>RESPOND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799FAB-48A8-4F52-93C8-2D3C40F4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48025"/>
            <a:ext cx="123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B6C3C4"/>
                </a:solidFill>
              </a:defRPr>
            </a:defPPr>
            <a:lvl1pPr>
              <a:defRPr sz="1125" b="0">
                <a:solidFill>
                  <a:srgbClr val="B6C3C4"/>
                </a:solidFill>
              </a:defRPr>
            </a:lvl1pPr>
            <a:lvl2pPr>
              <a:defRPr sz="1125" b="0">
                <a:solidFill>
                  <a:srgbClr val="B6C3C4"/>
                </a:solidFill>
              </a:defRPr>
            </a:lvl2pPr>
            <a:lvl3pPr>
              <a:defRPr sz="1125" b="0">
                <a:solidFill>
                  <a:srgbClr val="B6C3C4"/>
                </a:solidFill>
              </a:defRPr>
            </a:lvl3pPr>
            <a:lvl4pPr>
              <a:defRPr sz="1125" b="0">
                <a:solidFill>
                  <a:srgbClr val="B6C3C4"/>
                </a:solidFill>
              </a:defRPr>
            </a:lvl4pPr>
            <a:lvl5pPr>
              <a:defRPr sz="1125" b="0">
                <a:solidFill>
                  <a:srgbClr val="B6C3C4"/>
                </a:solidFill>
              </a:defRPr>
            </a:lvl5pPr>
            <a:lvl6pPr>
              <a:defRPr sz="1125" b="0">
                <a:solidFill>
                  <a:srgbClr val="B6C3C4"/>
                </a:solidFill>
              </a:defRPr>
            </a:lvl6pPr>
            <a:lvl7pPr>
              <a:defRPr sz="1125" b="0">
                <a:solidFill>
                  <a:srgbClr val="B6C3C4"/>
                </a:solidFill>
              </a:defRPr>
            </a:lvl7pPr>
            <a:lvl8pPr>
              <a:defRPr sz="1125" b="0">
                <a:solidFill>
                  <a:srgbClr val="B6C3C4"/>
                </a:solidFill>
              </a:defRPr>
            </a:lvl8pPr>
            <a:lvl9pPr>
              <a:defRPr sz="1125" b="0">
                <a:solidFill>
                  <a:srgbClr val="B6C3C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6C3C4"/>
                </a:solidFill>
              </a:defRPr>
            </a:pPr>
            <a:r>
              <a:rPr sz="1125" b="0">
                <a:solidFill>
                  <a:srgbClr val="B6C3C4"/>
                </a:solidFill>
              </a:rPr>
              <a:t>Inject contacts, calculate grid location and initiate an intercept workflow.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943E81-8082-49EA-A997-F5B4A27F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55C7BE"/>
                </a:solidFill>
              </a:defRPr>
            </a:defPPr>
            <a:lvl1pPr>
              <a:defRPr sz="1500" b="1">
                <a:solidFill>
                  <a:srgbClr val="55C7BE"/>
                </a:solidFill>
              </a:defRPr>
            </a:lvl1pPr>
            <a:lvl2pPr>
              <a:defRPr sz="1500" b="1">
                <a:solidFill>
                  <a:srgbClr val="55C7BE"/>
                </a:solidFill>
              </a:defRPr>
            </a:lvl2pPr>
            <a:lvl3pPr>
              <a:defRPr sz="1500" b="1">
                <a:solidFill>
                  <a:srgbClr val="55C7BE"/>
                </a:solidFill>
              </a:defRPr>
            </a:lvl3pPr>
            <a:lvl4pPr>
              <a:defRPr sz="1500" b="1">
                <a:solidFill>
                  <a:srgbClr val="55C7BE"/>
                </a:solidFill>
              </a:defRPr>
            </a:lvl4pPr>
            <a:lvl5pPr>
              <a:defRPr sz="1500" b="1">
                <a:solidFill>
                  <a:srgbClr val="55C7BE"/>
                </a:solidFill>
              </a:defRPr>
            </a:lvl5pPr>
            <a:lvl6pPr>
              <a:defRPr sz="1500" b="1">
                <a:solidFill>
                  <a:srgbClr val="55C7BE"/>
                </a:solidFill>
              </a:defRPr>
            </a:lvl6pPr>
            <a:lvl7pPr>
              <a:defRPr sz="1500" b="1">
                <a:solidFill>
                  <a:srgbClr val="55C7BE"/>
                </a:solidFill>
              </a:defRPr>
            </a:lvl7pPr>
            <a:lvl8pPr>
              <a:defRPr sz="1500" b="1">
                <a:solidFill>
                  <a:srgbClr val="55C7BE"/>
                </a:solidFill>
              </a:defRPr>
            </a:lvl8pPr>
            <a:lvl9pPr>
              <a:defRPr sz="1500" b="1">
                <a:solidFill>
                  <a:srgbClr val="55C7B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55C7BE"/>
                </a:solidFill>
              </a:defRPr>
            </a:pPr>
            <a:r>
              <a:rPr sz="1500" b="1">
                <a:solidFill>
                  <a:srgbClr val="55C7BE"/>
                </a:solidFill>
              </a:rPr>
              <a:t>The interface makes the workflow visible on a single geospatial canvas.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426615-C5E2-49AA-B346-FBD63378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81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7F9699"/>
                </a:solidFill>
              </a:defRPr>
            </a:defPPr>
            <a:lvl1pPr>
              <a:defRPr sz="825" b="1">
                <a:solidFill>
                  <a:srgbClr val="7F9699"/>
                </a:solidFill>
              </a:defRPr>
            </a:lvl1pPr>
            <a:lvl2pPr>
              <a:defRPr sz="825" b="1">
                <a:solidFill>
                  <a:srgbClr val="7F9699"/>
                </a:solidFill>
              </a:defRPr>
            </a:lvl2pPr>
            <a:lvl3pPr>
              <a:defRPr sz="825" b="1">
                <a:solidFill>
                  <a:srgbClr val="7F9699"/>
                </a:solidFill>
              </a:defRPr>
            </a:lvl3pPr>
            <a:lvl4pPr>
              <a:defRPr sz="825" b="1">
                <a:solidFill>
                  <a:srgbClr val="7F9699"/>
                </a:solidFill>
              </a:defRPr>
            </a:lvl4pPr>
            <a:lvl5pPr>
              <a:defRPr sz="825" b="1">
                <a:solidFill>
                  <a:srgbClr val="7F9699"/>
                </a:solidFill>
              </a:defRPr>
            </a:lvl5pPr>
            <a:lvl6pPr>
              <a:defRPr sz="825" b="1">
                <a:solidFill>
                  <a:srgbClr val="7F9699"/>
                </a:solidFill>
              </a:defRPr>
            </a:lvl6pPr>
            <a:lvl7pPr>
              <a:defRPr sz="825" b="1">
                <a:solidFill>
                  <a:srgbClr val="7F9699"/>
                </a:solidFill>
              </a:defRPr>
            </a:lvl7pPr>
            <a:lvl8pPr>
              <a:defRPr sz="825" b="1">
                <a:solidFill>
                  <a:srgbClr val="7F9699"/>
                </a:solidFill>
              </a:defRPr>
            </a:lvl8pPr>
            <a:lvl9pPr>
              <a:defRPr sz="825" b="1">
                <a:solidFill>
                  <a:srgbClr val="7F9699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7F9699"/>
                </a:solidFill>
              </a:defRPr>
            </a:pPr>
            <a:r>
              <a:rPr sz="825" b="1">
                <a:solidFill>
                  <a:srgbClr val="7F9699"/>
                </a:solidFill>
              </a:rPr>
              <a:t>AEGIS-C2  |  FALLING SUN 2026 × IMSEC GHAZIABAD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8D5913-BD6F-4B94-A0CC-8A8881B2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865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7F9699"/>
                </a:solidFill>
              </a:defRPr>
            </a:defPPr>
            <a:lvl1pPr>
              <a:defRPr sz="825" b="1">
                <a:solidFill>
                  <a:srgbClr val="7F9699"/>
                </a:solidFill>
              </a:defRPr>
            </a:lvl1pPr>
            <a:lvl2pPr>
              <a:defRPr sz="825" b="1">
                <a:solidFill>
                  <a:srgbClr val="7F9699"/>
                </a:solidFill>
              </a:defRPr>
            </a:lvl2pPr>
            <a:lvl3pPr>
              <a:defRPr sz="825" b="1">
                <a:solidFill>
                  <a:srgbClr val="7F9699"/>
                </a:solidFill>
              </a:defRPr>
            </a:lvl3pPr>
            <a:lvl4pPr>
              <a:defRPr sz="825" b="1">
                <a:solidFill>
                  <a:srgbClr val="7F9699"/>
                </a:solidFill>
              </a:defRPr>
            </a:lvl4pPr>
            <a:lvl5pPr>
              <a:defRPr sz="825" b="1">
                <a:solidFill>
                  <a:srgbClr val="7F9699"/>
                </a:solidFill>
              </a:defRPr>
            </a:lvl5pPr>
            <a:lvl6pPr>
              <a:defRPr sz="825" b="1">
                <a:solidFill>
                  <a:srgbClr val="7F9699"/>
                </a:solidFill>
              </a:defRPr>
            </a:lvl6pPr>
            <a:lvl7pPr>
              <a:defRPr sz="825" b="1">
                <a:solidFill>
                  <a:srgbClr val="7F9699"/>
                </a:solidFill>
              </a:defRPr>
            </a:lvl7pPr>
            <a:lvl8pPr>
              <a:defRPr sz="825" b="1">
                <a:solidFill>
                  <a:srgbClr val="7F9699"/>
                </a:solidFill>
              </a:defRPr>
            </a:lvl8pPr>
            <a:lvl9pPr>
              <a:defRPr sz="825" b="1">
                <a:solidFill>
                  <a:srgbClr val="7F9699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7F9699"/>
                </a:solidFill>
              </a:defRPr>
            </a:pPr>
            <a:r>
              <a:rPr sz="825" b="1">
                <a:solidFill>
                  <a:srgbClr val="7F9699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680914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2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770247-031C-4EF9-B70B-5F698E1A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3F6F2"/>
                </a:solidFill>
              </a:defRPr>
            </a:defPPr>
            <a:lvl1pPr>
              <a:defRPr sz="2550" b="1">
                <a:solidFill>
                  <a:srgbClr val="F3F6F2"/>
                </a:solidFill>
              </a:defRPr>
            </a:lvl1pPr>
            <a:lvl2pPr>
              <a:defRPr sz="2550" b="1">
                <a:solidFill>
                  <a:srgbClr val="F3F6F2"/>
                </a:solidFill>
              </a:defRPr>
            </a:lvl2pPr>
            <a:lvl3pPr>
              <a:defRPr sz="2550" b="1">
                <a:solidFill>
                  <a:srgbClr val="F3F6F2"/>
                </a:solidFill>
              </a:defRPr>
            </a:lvl3pPr>
            <a:lvl4pPr>
              <a:defRPr sz="2550" b="1">
                <a:solidFill>
                  <a:srgbClr val="F3F6F2"/>
                </a:solidFill>
              </a:defRPr>
            </a:lvl4pPr>
            <a:lvl5pPr>
              <a:defRPr sz="2550" b="1">
                <a:solidFill>
                  <a:srgbClr val="F3F6F2"/>
                </a:solidFill>
              </a:defRPr>
            </a:lvl5pPr>
            <a:lvl6pPr>
              <a:defRPr sz="2550" b="1">
                <a:solidFill>
                  <a:srgbClr val="F3F6F2"/>
                </a:solidFill>
              </a:defRPr>
            </a:lvl6pPr>
            <a:lvl7pPr>
              <a:defRPr sz="2550" b="1">
                <a:solidFill>
                  <a:srgbClr val="F3F6F2"/>
                </a:solidFill>
              </a:defRPr>
            </a:lvl7pPr>
            <a:lvl8pPr>
              <a:defRPr sz="2550" b="1">
                <a:solidFill>
                  <a:srgbClr val="F3F6F2"/>
                </a:solidFill>
              </a:defRPr>
            </a:lvl8pPr>
            <a:lvl9pPr>
              <a:defRPr sz="2550" b="1">
                <a:solidFill>
                  <a:srgbClr val="F3F6F2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3F6F2"/>
                </a:solidFill>
              </a:defRPr>
            </a:pPr>
            <a:r>
              <a:rPr sz="2550" b="1">
                <a:solidFill>
                  <a:srgbClr val="F3F6F2"/>
                </a:solidFill>
              </a:rPr>
              <a:t>Core modules support the full mission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507E61-4A4B-4164-9C90-94F54DD2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382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B6C3C4"/>
                </a:solidFill>
              </a:defRPr>
            </a:defPPr>
            <a:lvl1pPr>
              <a:defRPr sz="1200" b="0">
                <a:solidFill>
                  <a:srgbClr val="B6C3C4"/>
                </a:solidFill>
              </a:defRPr>
            </a:lvl1pPr>
            <a:lvl2pPr>
              <a:defRPr sz="1200" b="0">
                <a:solidFill>
                  <a:srgbClr val="B6C3C4"/>
                </a:solidFill>
              </a:defRPr>
            </a:lvl2pPr>
            <a:lvl3pPr>
              <a:defRPr sz="1200" b="0">
                <a:solidFill>
                  <a:srgbClr val="B6C3C4"/>
                </a:solidFill>
              </a:defRPr>
            </a:lvl3pPr>
            <a:lvl4pPr>
              <a:defRPr sz="1200" b="0">
                <a:solidFill>
                  <a:srgbClr val="B6C3C4"/>
                </a:solidFill>
              </a:defRPr>
            </a:lvl4pPr>
            <a:lvl5pPr>
              <a:defRPr sz="1200" b="0">
                <a:solidFill>
                  <a:srgbClr val="B6C3C4"/>
                </a:solidFill>
              </a:defRPr>
            </a:lvl5pPr>
            <a:lvl6pPr>
              <a:defRPr sz="1200" b="0">
                <a:solidFill>
                  <a:srgbClr val="B6C3C4"/>
                </a:solidFill>
              </a:defRPr>
            </a:lvl6pPr>
            <a:lvl7pPr>
              <a:defRPr sz="1200" b="0">
                <a:solidFill>
                  <a:srgbClr val="B6C3C4"/>
                </a:solidFill>
              </a:defRPr>
            </a:lvl7pPr>
            <a:lvl8pPr>
              <a:defRPr sz="1200" b="0">
                <a:solidFill>
                  <a:srgbClr val="B6C3C4"/>
                </a:solidFill>
              </a:defRPr>
            </a:lvl8pPr>
            <a:lvl9pPr>
              <a:defRPr sz="1200" b="0">
                <a:solidFill>
                  <a:srgbClr val="B6C3C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6C3C4"/>
                </a:solidFill>
              </a:defRPr>
            </a:pPr>
            <a:r>
              <a:rPr sz="1200" b="0">
                <a:solidFill>
                  <a:srgbClr val="B6C3C4"/>
                </a:solidFill>
              </a:rPr>
              <a:t>A browser application built for interactive demonstration and operational rehearsal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AC0F14-59CF-4C16-80E4-4BD6A3DD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3DB860-A32F-4EF5-AB56-819D9228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2385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2"/>
          </a:solidFill>
          <a:ln xmlns:a="http://schemas.openxmlformats.org/drawingml/2006/main" w="9525">
            <a:solidFill>
              <a:srgbClr val="2843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311DDF-CFA8-4280-A4C0-FFD5814E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23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A9856B-B53C-45B5-8BA6-A0EC7C7B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3F6F2"/>
                </a:solidFill>
              </a:defRPr>
            </a:defPPr>
            <a:lvl1pPr>
              <a:defRPr sz="1350" b="1">
                <a:solidFill>
                  <a:srgbClr val="F3F6F2"/>
                </a:solidFill>
              </a:defRPr>
            </a:lvl1pPr>
            <a:lvl2pPr>
              <a:defRPr sz="1350" b="1">
                <a:solidFill>
                  <a:srgbClr val="F3F6F2"/>
                </a:solidFill>
              </a:defRPr>
            </a:lvl2pPr>
            <a:lvl3pPr>
              <a:defRPr sz="1350" b="1">
                <a:solidFill>
                  <a:srgbClr val="F3F6F2"/>
                </a:solidFill>
              </a:defRPr>
            </a:lvl3pPr>
            <a:lvl4pPr>
              <a:defRPr sz="1350" b="1">
                <a:solidFill>
                  <a:srgbClr val="F3F6F2"/>
                </a:solidFill>
              </a:defRPr>
            </a:lvl4pPr>
            <a:lvl5pPr>
              <a:defRPr sz="1350" b="1">
                <a:solidFill>
                  <a:srgbClr val="F3F6F2"/>
                </a:solidFill>
              </a:defRPr>
            </a:lvl5pPr>
            <a:lvl6pPr>
              <a:defRPr sz="1350" b="1">
                <a:solidFill>
                  <a:srgbClr val="F3F6F2"/>
                </a:solidFill>
              </a:defRPr>
            </a:lvl6pPr>
            <a:lvl7pPr>
              <a:defRPr sz="1350" b="1">
                <a:solidFill>
                  <a:srgbClr val="F3F6F2"/>
                </a:solidFill>
              </a:defRPr>
            </a:lvl7pPr>
            <a:lvl8pPr>
              <a:defRPr sz="1350" b="1">
                <a:solidFill>
                  <a:srgbClr val="F3F6F2"/>
                </a:solidFill>
              </a:defRPr>
            </a:lvl8pPr>
            <a:lvl9pPr>
              <a:defRPr sz="1350" b="1">
                <a:solidFill>
                  <a:srgbClr val="F3F6F2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3F6F2"/>
                </a:solidFill>
              </a:defRPr>
            </a:pPr>
            <a:r>
              <a:rPr sz="1350" b="1">
                <a:solidFill>
                  <a:srgbClr val="F3F6F2"/>
                </a:solidFill>
              </a:rPr>
              <a:t>Flight Corridor Planner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5E4A49-EE13-4420-845D-E2D4739A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336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B6C3C4"/>
                </a:solidFill>
              </a:defRPr>
            </a:defPPr>
            <a:lvl1pPr>
              <a:defRPr sz="1125" b="0">
                <a:solidFill>
                  <a:srgbClr val="B6C3C4"/>
                </a:solidFill>
              </a:defRPr>
            </a:lvl1pPr>
            <a:lvl2pPr>
              <a:defRPr sz="1125" b="0">
                <a:solidFill>
                  <a:srgbClr val="B6C3C4"/>
                </a:solidFill>
              </a:defRPr>
            </a:lvl2pPr>
            <a:lvl3pPr>
              <a:defRPr sz="1125" b="0">
                <a:solidFill>
                  <a:srgbClr val="B6C3C4"/>
                </a:solidFill>
              </a:defRPr>
            </a:lvl3pPr>
            <a:lvl4pPr>
              <a:defRPr sz="1125" b="0">
                <a:solidFill>
                  <a:srgbClr val="B6C3C4"/>
                </a:solidFill>
              </a:defRPr>
            </a:lvl4pPr>
            <a:lvl5pPr>
              <a:defRPr sz="1125" b="0">
                <a:solidFill>
                  <a:srgbClr val="B6C3C4"/>
                </a:solidFill>
              </a:defRPr>
            </a:lvl5pPr>
            <a:lvl6pPr>
              <a:defRPr sz="1125" b="0">
                <a:solidFill>
                  <a:srgbClr val="B6C3C4"/>
                </a:solidFill>
              </a:defRPr>
            </a:lvl6pPr>
            <a:lvl7pPr>
              <a:defRPr sz="1125" b="0">
                <a:solidFill>
                  <a:srgbClr val="B6C3C4"/>
                </a:solidFill>
              </a:defRPr>
            </a:lvl7pPr>
            <a:lvl8pPr>
              <a:defRPr sz="1125" b="0">
                <a:solidFill>
                  <a:srgbClr val="B6C3C4"/>
                </a:solidFill>
              </a:defRPr>
            </a:lvl8pPr>
            <a:lvl9pPr>
              <a:defRPr sz="1125" b="0">
                <a:solidFill>
                  <a:srgbClr val="B6C3C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6C3C4"/>
                </a:solidFill>
              </a:defRPr>
            </a:pPr>
            <a:r>
              <a:rPr sz="1125" b="0">
                <a:solidFill>
                  <a:srgbClr val="B6C3C4"/>
                </a:solidFill>
              </a:rPr>
              <a:t>Sequential waypoint plotting with autonomous route execution.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9BFDA6-1E90-4A26-9B20-017C7E2C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09750"/>
            <a:ext cx="32385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2"/>
          </a:solidFill>
          <a:ln xmlns:a="http://schemas.openxmlformats.org/drawingml/2006/main" w="9525">
            <a:solidFill>
              <a:srgbClr val="2843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DF63C9-1CEA-4A32-8CEB-1D394180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09750"/>
            <a:ext cx="323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F56365-5F90-4BF0-A751-5A0733E0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76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3F6F2"/>
                </a:solidFill>
              </a:defRPr>
            </a:defPPr>
            <a:lvl1pPr>
              <a:defRPr sz="1350" b="1">
                <a:solidFill>
                  <a:srgbClr val="F3F6F2"/>
                </a:solidFill>
              </a:defRPr>
            </a:lvl1pPr>
            <a:lvl2pPr>
              <a:defRPr sz="1350" b="1">
                <a:solidFill>
                  <a:srgbClr val="F3F6F2"/>
                </a:solidFill>
              </a:defRPr>
            </a:lvl2pPr>
            <a:lvl3pPr>
              <a:defRPr sz="1350" b="1">
                <a:solidFill>
                  <a:srgbClr val="F3F6F2"/>
                </a:solidFill>
              </a:defRPr>
            </a:lvl3pPr>
            <a:lvl4pPr>
              <a:defRPr sz="1350" b="1">
                <a:solidFill>
                  <a:srgbClr val="F3F6F2"/>
                </a:solidFill>
              </a:defRPr>
            </a:lvl4pPr>
            <a:lvl5pPr>
              <a:defRPr sz="1350" b="1">
                <a:solidFill>
                  <a:srgbClr val="F3F6F2"/>
                </a:solidFill>
              </a:defRPr>
            </a:lvl5pPr>
            <a:lvl6pPr>
              <a:defRPr sz="1350" b="1">
                <a:solidFill>
                  <a:srgbClr val="F3F6F2"/>
                </a:solidFill>
              </a:defRPr>
            </a:lvl6pPr>
            <a:lvl7pPr>
              <a:defRPr sz="1350" b="1">
                <a:solidFill>
                  <a:srgbClr val="F3F6F2"/>
                </a:solidFill>
              </a:defRPr>
            </a:lvl7pPr>
            <a:lvl8pPr>
              <a:defRPr sz="1350" b="1">
                <a:solidFill>
                  <a:srgbClr val="F3F6F2"/>
                </a:solidFill>
              </a:defRPr>
            </a:lvl8pPr>
            <a:lvl9pPr>
              <a:defRPr sz="1350" b="1">
                <a:solidFill>
                  <a:srgbClr val="F3F6F2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3F6F2"/>
                </a:solidFill>
              </a:defRPr>
            </a:pPr>
            <a:r>
              <a:rPr sz="1350" b="1">
                <a:solidFill>
                  <a:srgbClr val="F3F6F2"/>
                </a:solidFill>
              </a:rPr>
              <a:t>Electronic Warfare Console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4C26C3-A8A0-441A-A93C-DD7549EA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336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B6C3C4"/>
                </a:solidFill>
              </a:defRPr>
            </a:defPPr>
            <a:lvl1pPr>
              <a:defRPr sz="1125" b="0">
                <a:solidFill>
                  <a:srgbClr val="B6C3C4"/>
                </a:solidFill>
              </a:defRPr>
            </a:lvl1pPr>
            <a:lvl2pPr>
              <a:defRPr sz="1125" b="0">
                <a:solidFill>
                  <a:srgbClr val="B6C3C4"/>
                </a:solidFill>
              </a:defRPr>
            </a:lvl2pPr>
            <a:lvl3pPr>
              <a:defRPr sz="1125" b="0">
                <a:solidFill>
                  <a:srgbClr val="B6C3C4"/>
                </a:solidFill>
              </a:defRPr>
            </a:lvl3pPr>
            <a:lvl4pPr>
              <a:defRPr sz="1125" b="0">
                <a:solidFill>
                  <a:srgbClr val="B6C3C4"/>
                </a:solidFill>
              </a:defRPr>
            </a:lvl4pPr>
            <a:lvl5pPr>
              <a:defRPr sz="1125" b="0">
                <a:solidFill>
                  <a:srgbClr val="B6C3C4"/>
                </a:solidFill>
              </a:defRPr>
            </a:lvl5pPr>
            <a:lvl6pPr>
              <a:defRPr sz="1125" b="0">
                <a:solidFill>
                  <a:srgbClr val="B6C3C4"/>
                </a:solidFill>
              </a:defRPr>
            </a:lvl6pPr>
            <a:lvl7pPr>
              <a:defRPr sz="1125" b="0">
                <a:solidFill>
                  <a:srgbClr val="B6C3C4"/>
                </a:solidFill>
              </a:defRPr>
            </a:lvl7pPr>
            <a:lvl8pPr>
              <a:defRPr sz="1125" b="0">
                <a:solidFill>
                  <a:srgbClr val="B6C3C4"/>
                </a:solidFill>
              </a:defRPr>
            </a:lvl8pPr>
            <a:lvl9pPr>
              <a:defRPr sz="1125" b="0">
                <a:solidFill>
                  <a:srgbClr val="B6C3C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6C3C4"/>
                </a:solidFill>
              </a:defRPr>
            </a:pPr>
            <a:r>
              <a:rPr sz="1125" b="0">
                <a:solidFill>
                  <a:srgbClr val="B6C3C4"/>
                </a:solidFill>
              </a:rPr>
              <a:t>Band, technique and power controls with an estimated envelope radius.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6A78F7-97D8-44B0-AA71-C628C40D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09750"/>
            <a:ext cx="32385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2"/>
          </a:solidFill>
          <a:ln xmlns:a="http://schemas.openxmlformats.org/drawingml/2006/main" w="9525">
            <a:solidFill>
              <a:srgbClr val="2843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B3FCFF-7BFD-4EA2-A63F-4FF847EA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09750"/>
            <a:ext cx="323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8D3E78-849F-49A1-8C76-D9D77050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76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3F6F2"/>
                </a:solidFill>
              </a:defRPr>
            </a:defPPr>
            <a:lvl1pPr>
              <a:defRPr sz="1350" b="1">
                <a:solidFill>
                  <a:srgbClr val="F3F6F2"/>
                </a:solidFill>
              </a:defRPr>
            </a:lvl1pPr>
            <a:lvl2pPr>
              <a:defRPr sz="1350" b="1">
                <a:solidFill>
                  <a:srgbClr val="F3F6F2"/>
                </a:solidFill>
              </a:defRPr>
            </a:lvl2pPr>
            <a:lvl3pPr>
              <a:defRPr sz="1350" b="1">
                <a:solidFill>
                  <a:srgbClr val="F3F6F2"/>
                </a:solidFill>
              </a:defRPr>
            </a:lvl3pPr>
            <a:lvl4pPr>
              <a:defRPr sz="1350" b="1">
                <a:solidFill>
                  <a:srgbClr val="F3F6F2"/>
                </a:solidFill>
              </a:defRPr>
            </a:lvl4pPr>
            <a:lvl5pPr>
              <a:defRPr sz="1350" b="1">
                <a:solidFill>
                  <a:srgbClr val="F3F6F2"/>
                </a:solidFill>
              </a:defRPr>
            </a:lvl5pPr>
            <a:lvl6pPr>
              <a:defRPr sz="1350" b="1">
                <a:solidFill>
                  <a:srgbClr val="F3F6F2"/>
                </a:solidFill>
              </a:defRPr>
            </a:lvl6pPr>
            <a:lvl7pPr>
              <a:defRPr sz="1350" b="1">
                <a:solidFill>
                  <a:srgbClr val="F3F6F2"/>
                </a:solidFill>
              </a:defRPr>
            </a:lvl7pPr>
            <a:lvl8pPr>
              <a:defRPr sz="1350" b="1">
                <a:solidFill>
                  <a:srgbClr val="F3F6F2"/>
                </a:solidFill>
              </a:defRPr>
            </a:lvl8pPr>
            <a:lvl9pPr>
              <a:defRPr sz="1350" b="1">
                <a:solidFill>
                  <a:srgbClr val="F3F6F2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3F6F2"/>
                </a:solidFill>
              </a:defRPr>
            </a:pPr>
            <a:r>
              <a:rPr sz="1350" b="1">
                <a:solidFill>
                  <a:srgbClr val="F3F6F2"/>
                </a:solidFill>
              </a:rPr>
              <a:t>Optical Sensor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D1A10A-164F-4F66-9781-4C65B099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336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B6C3C4"/>
                </a:solidFill>
              </a:defRPr>
            </a:defPPr>
            <a:lvl1pPr>
              <a:defRPr sz="1125" b="0">
                <a:solidFill>
                  <a:srgbClr val="B6C3C4"/>
                </a:solidFill>
              </a:defRPr>
            </a:lvl1pPr>
            <a:lvl2pPr>
              <a:defRPr sz="1125" b="0">
                <a:solidFill>
                  <a:srgbClr val="B6C3C4"/>
                </a:solidFill>
              </a:defRPr>
            </a:lvl2pPr>
            <a:lvl3pPr>
              <a:defRPr sz="1125" b="0">
                <a:solidFill>
                  <a:srgbClr val="B6C3C4"/>
                </a:solidFill>
              </a:defRPr>
            </a:lvl3pPr>
            <a:lvl4pPr>
              <a:defRPr sz="1125" b="0">
                <a:solidFill>
                  <a:srgbClr val="B6C3C4"/>
                </a:solidFill>
              </a:defRPr>
            </a:lvl4pPr>
            <a:lvl5pPr>
              <a:defRPr sz="1125" b="0">
                <a:solidFill>
                  <a:srgbClr val="B6C3C4"/>
                </a:solidFill>
              </a:defRPr>
            </a:lvl5pPr>
            <a:lvl6pPr>
              <a:defRPr sz="1125" b="0">
                <a:solidFill>
                  <a:srgbClr val="B6C3C4"/>
                </a:solidFill>
              </a:defRPr>
            </a:lvl6pPr>
            <a:lvl7pPr>
              <a:defRPr sz="1125" b="0">
                <a:solidFill>
                  <a:srgbClr val="B6C3C4"/>
                </a:solidFill>
              </a:defRPr>
            </a:lvl7pPr>
            <a:lvl8pPr>
              <a:defRPr sz="1125" b="0">
                <a:solidFill>
                  <a:srgbClr val="B6C3C4"/>
                </a:solidFill>
              </a:defRPr>
            </a:lvl8pPr>
            <a:lvl9pPr>
              <a:defRPr sz="1125" b="0">
                <a:solidFill>
                  <a:srgbClr val="B6C3C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6C3C4"/>
                </a:solidFill>
              </a:defRPr>
            </a:pPr>
            <a:r>
              <a:rPr sz="1125" b="0">
                <a:solidFill>
                  <a:srgbClr val="B6C3C4"/>
                </a:solidFill>
              </a:rPr>
              <a:t>Browser webcam input with thermal false-color and NVG filters.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743F01-E2DF-456C-85CB-FB631AD3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2"/>
          </a:solidFill>
          <a:ln xmlns:a="http://schemas.openxmlformats.org/drawingml/2006/main" w="9525">
            <a:solidFill>
              <a:srgbClr val="2843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C3248B-DA1B-468B-8B52-574653E8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5E0EA4-E7D1-40B2-8F4D-5B498B85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671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3F6F2"/>
                </a:solidFill>
              </a:defRPr>
            </a:defPPr>
            <a:lvl1pPr>
              <a:defRPr sz="1350" b="1">
                <a:solidFill>
                  <a:srgbClr val="F3F6F2"/>
                </a:solidFill>
              </a:defRPr>
            </a:lvl1pPr>
            <a:lvl2pPr>
              <a:defRPr sz="1350" b="1">
                <a:solidFill>
                  <a:srgbClr val="F3F6F2"/>
                </a:solidFill>
              </a:defRPr>
            </a:lvl2pPr>
            <a:lvl3pPr>
              <a:defRPr sz="1350" b="1">
                <a:solidFill>
                  <a:srgbClr val="F3F6F2"/>
                </a:solidFill>
              </a:defRPr>
            </a:lvl3pPr>
            <a:lvl4pPr>
              <a:defRPr sz="1350" b="1">
                <a:solidFill>
                  <a:srgbClr val="F3F6F2"/>
                </a:solidFill>
              </a:defRPr>
            </a:lvl4pPr>
            <a:lvl5pPr>
              <a:defRPr sz="1350" b="1">
                <a:solidFill>
                  <a:srgbClr val="F3F6F2"/>
                </a:solidFill>
              </a:defRPr>
            </a:lvl5pPr>
            <a:lvl6pPr>
              <a:defRPr sz="1350" b="1">
                <a:solidFill>
                  <a:srgbClr val="F3F6F2"/>
                </a:solidFill>
              </a:defRPr>
            </a:lvl6pPr>
            <a:lvl7pPr>
              <a:defRPr sz="1350" b="1">
                <a:solidFill>
                  <a:srgbClr val="F3F6F2"/>
                </a:solidFill>
              </a:defRPr>
            </a:lvl7pPr>
            <a:lvl8pPr>
              <a:defRPr sz="1350" b="1">
                <a:solidFill>
                  <a:srgbClr val="F3F6F2"/>
                </a:solidFill>
              </a:defRPr>
            </a:lvl8pPr>
            <a:lvl9pPr>
              <a:defRPr sz="1350" b="1">
                <a:solidFill>
                  <a:srgbClr val="F3F6F2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3F6F2"/>
                </a:solidFill>
              </a:defRPr>
            </a:pPr>
            <a:r>
              <a:rPr sz="1350" b="1">
                <a:solidFill>
                  <a:srgbClr val="F3F6F2"/>
                </a:solidFill>
              </a:rPr>
              <a:t>Telemetry Export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D02009-55D5-40ED-82B1-70310B8A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B6C3C4"/>
                </a:solidFill>
              </a:defRPr>
            </a:defPPr>
            <a:lvl1pPr>
              <a:defRPr sz="1125" b="0">
                <a:solidFill>
                  <a:srgbClr val="B6C3C4"/>
                </a:solidFill>
              </a:defRPr>
            </a:lvl1pPr>
            <a:lvl2pPr>
              <a:defRPr sz="1125" b="0">
                <a:solidFill>
                  <a:srgbClr val="B6C3C4"/>
                </a:solidFill>
              </a:defRPr>
            </a:lvl2pPr>
            <a:lvl3pPr>
              <a:defRPr sz="1125" b="0">
                <a:solidFill>
                  <a:srgbClr val="B6C3C4"/>
                </a:solidFill>
              </a:defRPr>
            </a:lvl3pPr>
            <a:lvl4pPr>
              <a:defRPr sz="1125" b="0">
                <a:solidFill>
                  <a:srgbClr val="B6C3C4"/>
                </a:solidFill>
              </a:defRPr>
            </a:lvl4pPr>
            <a:lvl5pPr>
              <a:defRPr sz="1125" b="0">
                <a:solidFill>
                  <a:srgbClr val="B6C3C4"/>
                </a:solidFill>
              </a:defRPr>
            </a:lvl5pPr>
            <a:lvl6pPr>
              <a:defRPr sz="1125" b="0">
                <a:solidFill>
                  <a:srgbClr val="B6C3C4"/>
                </a:solidFill>
              </a:defRPr>
            </a:lvl6pPr>
            <a:lvl7pPr>
              <a:defRPr sz="1125" b="0">
                <a:solidFill>
                  <a:srgbClr val="B6C3C4"/>
                </a:solidFill>
              </a:defRPr>
            </a:lvl7pPr>
            <a:lvl8pPr>
              <a:defRPr sz="1125" b="0">
                <a:solidFill>
                  <a:srgbClr val="B6C3C4"/>
                </a:solidFill>
              </a:defRPr>
            </a:lvl8pPr>
            <a:lvl9pPr>
              <a:defRPr sz="1125" b="0">
                <a:solidFill>
                  <a:srgbClr val="B6C3C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6C3C4"/>
                </a:solidFill>
              </a:defRPr>
            </a:pPr>
            <a:r>
              <a:rPr sz="1125" b="0">
                <a:solidFill>
                  <a:srgbClr val="B6C3C4"/>
                </a:solidFill>
              </a:rPr>
              <a:t>CSV output for timestamp, position, altitude, speed and signal metrics.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01308F-6478-412C-9A65-9F9357EB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00450"/>
            <a:ext cx="32385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2"/>
          </a:solidFill>
          <a:ln xmlns:a="http://schemas.openxmlformats.org/drawingml/2006/main" w="9525">
            <a:solidFill>
              <a:srgbClr val="2843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682244-FB7F-40C5-AD89-F43E4A49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00450"/>
            <a:ext cx="323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0DD403-C567-4406-A17D-B08E0488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671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3F6F2"/>
                </a:solidFill>
              </a:defRPr>
            </a:defPPr>
            <a:lvl1pPr>
              <a:defRPr sz="1350" b="1">
                <a:solidFill>
                  <a:srgbClr val="F3F6F2"/>
                </a:solidFill>
              </a:defRPr>
            </a:lvl1pPr>
            <a:lvl2pPr>
              <a:defRPr sz="1350" b="1">
                <a:solidFill>
                  <a:srgbClr val="F3F6F2"/>
                </a:solidFill>
              </a:defRPr>
            </a:lvl2pPr>
            <a:lvl3pPr>
              <a:defRPr sz="1350" b="1">
                <a:solidFill>
                  <a:srgbClr val="F3F6F2"/>
                </a:solidFill>
              </a:defRPr>
            </a:lvl3pPr>
            <a:lvl4pPr>
              <a:defRPr sz="1350" b="1">
                <a:solidFill>
                  <a:srgbClr val="F3F6F2"/>
                </a:solidFill>
              </a:defRPr>
            </a:lvl4pPr>
            <a:lvl5pPr>
              <a:defRPr sz="1350" b="1">
                <a:solidFill>
                  <a:srgbClr val="F3F6F2"/>
                </a:solidFill>
              </a:defRPr>
            </a:lvl5pPr>
            <a:lvl6pPr>
              <a:defRPr sz="1350" b="1">
                <a:solidFill>
                  <a:srgbClr val="F3F6F2"/>
                </a:solidFill>
              </a:defRPr>
            </a:lvl6pPr>
            <a:lvl7pPr>
              <a:defRPr sz="1350" b="1">
                <a:solidFill>
                  <a:srgbClr val="F3F6F2"/>
                </a:solidFill>
              </a:defRPr>
            </a:lvl7pPr>
            <a:lvl8pPr>
              <a:defRPr sz="1350" b="1">
                <a:solidFill>
                  <a:srgbClr val="F3F6F2"/>
                </a:solidFill>
              </a:defRPr>
            </a:lvl8pPr>
            <a:lvl9pPr>
              <a:defRPr sz="1350" b="1">
                <a:solidFill>
                  <a:srgbClr val="F3F6F2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3F6F2"/>
                </a:solidFill>
              </a:defRPr>
            </a:pPr>
            <a:r>
              <a:rPr sz="1350" b="1">
                <a:solidFill>
                  <a:srgbClr val="F3F6F2"/>
                </a:solidFill>
              </a:rPr>
              <a:t>Threat Injection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6C27FF-B306-4C16-9EEC-EABA3A4A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243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B6C3C4"/>
                </a:solidFill>
              </a:defRPr>
            </a:defPPr>
            <a:lvl1pPr>
              <a:defRPr sz="1125" b="0">
                <a:solidFill>
                  <a:srgbClr val="B6C3C4"/>
                </a:solidFill>
              </a:defRPr>
            </a:lvl1pPr>
            <a:lvl2pPr>
              <a:defRPr sz="1125" b="0">
                <a:solidFill>
                  <a:srgbClr val="B6C3C4"/>
                </a:solidFill>
              </a:defRPr>
            </a:lvl2pPr>
            <a:lvl3pPr>
              <a:defRPr sz="1125" b="0">
                <a:solidFill>
                  <a:srgbClr val="B6C3C4"/>
                </a:solidFill>
              </a:defRPr>
            </a:lvl3pPr>
            <a:lvl4pPr>
              <a:defRPr sz="1125" b="0">
                <a:solidFill>
                  <a:srgbClr val="B6C3C4"/>
                </a:solidFill>
              </a:defRPr>
            </a:lvl4pPr>
            <a:lvl5pPr>
              <a:defRPr sz="1125" b="0">
                <a:solidFill>
                  <a:srgbClr val="B6C3C4"/>
                </a:solidFill>
              </a:defRPr>
            </a:lvl5pPr>
            <a:lvl6pPr>
              <a:defRPr sz="1125" b="0">
                <a:solidFill>
                  <a:srgbClr val="B6C3C4"/>
                </a:solidFill>
              </a:defRPr>
            </a:lvl6pPr>
            <a:lvl7pPr>
              <a:defRPr sz="1125" b="0">
                <a:solidFill>
                  <a:srgbClr val="B6C3C4"/>
                </a:solidFill>
              </a:defRPr>
            </a:lvl7pPr>
            <a:lvl8pPr>
              <a:defRPr sz="1125" b="0">
                <a:solidFill>
                  <a:srgbClr val="B6C3C4"/>
                </a:solidFill>
              </a:defRPr>
            </a:lvl8pPr>
            <a:lvl9pPr>
              <a:defRPr sz="1125" b="0">
                <a:solidFill>
                  <a:srgbClr val="B6C3C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6C3C4"/>
                </a:solidFill>
              </a:defRPr>
            </a:pPr>
            <a:r>
              <a:rPr sz="1125" b="0">
                <a:solidFill>
                  <a:srgbClr val="B6C3C4"/>
                </a:solidFill>
              </a:rPr>
              <a:t>Map click creates a hostile contact and calculates the MGRS grid.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3050B7-27F4-4CCD-BD48-D782FDE9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00450"/>
            <a:ext cx="32385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2"/>
          </a:solidFill>
          <a:ln xmlns:a="http://schemas.openxmlformats.org/drawingml/2006/main" w="9525">
            <a:solidFill>
              <a:srgbClr val="2843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ED4078-87F0-438A-8F02-BE5A0D38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00450"/>
            <a:ext cx="323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1F5994-1023-4565-A873-78974B7C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671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3F6F2"/>
                </a:solidFill>
              </a:defRPr>
            </a:defPPr>
            <a:lvl1pPr>
              <a:defRPr sz="1350" b="1">
                <a:solidFill>
                  <a:srgbClr val="F3F6F2"/>
                </a:solidFill>
              </a:defRPr>
            </a:lvl1pPr>
            <a:lvl2pPr>
              <a:defRPr sz="1350" b="1">
                <a:solidFill>
                  <a:srgbClr val="F3F6F2"/>
                </a:solidFill>
              </a:defRPr>
            </a:lvl2pPr>
            <a:lvl3pPr>
              <a:defRPr sz="1350" b="1">
                <a:solidFill>
                  <a:srgbClr val="F3F6F2"/>
                </a:solidFill>
              </a:defRPr>
            </a:lvl3pPr>
            <a:lvl4pPr>
              <a:defRPr sz="1350" b="1">
                <a:solidFill>
                  <a:srgbClr val="F3F6F2"/>
                </a:solidFill>
              </a:defRPr>
            </a:lvl4pPr>
            <a:lvl5pPr>
              <a:defRPr sz="1350" b="1">
                <a:solidFill>
                  <a:srgbClr val="F3F6F2"/>
                </a:solidFill>
              </a:defRPr>
            </a:lvl5pPr>
            <a:lvl6pPr>
              <a:defRPr sz="1350" b="1">
                <a:solidFill>
                  <a:srgbClr val="F3F6F2"/>
                </a:solidFill>
              </a:defRPr>
            </a:lvl6pPr>
            <a:lvl7pPr>
              <a:defRPr sz="1350" b="1">
                <a:solidFill>
                  <a:srgbClr val="F3F6F2"/>
                </a:solidFill>
              </a:defRPr>
            </a:lvl7pPr>
            <a:lvl8pPr>
              <a:defRPr sz="1350" b="1">
                <a:solidFill>
                  <a:srgbClr val="F3F6F2"/>
                </a:solidFill>
              </a:defRPr>
            </a:lvl8pPr>
            <a:lvl9pPr>
              <a:defRPr sz="1350" b="1">
                <a:solidFill>
                  <a:srgbClr val="F3F6F2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3F6F2"/>
                </a:solidFill>
              </a:defRPr>
            </a:pPr>
            <a:r>
              <a:rPr sz="1350" b="1">
                <a:solidFill>
                  <a:srgbClr val="F3F6F2"/>
                </a:solidFill>
              </a:rPr>
              <a:t>Interceptor Simulation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EC750E-DA10-483C-A6D8-01B3F413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243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B6C3C4"/>
                </a:solidFill>
              </a:defRPr>
            </a:defPPr>
            <a:lvl1pPr>
              <a:defRPr sz="1125" b="0">
                <a:solidFill>
                  <a:srgbClr val="B6C3C4"/>
                </a:solidFill>
              </a:defRPr>
            </a:lvl1pPr>
            <a:lvl2pPr>
              <a:defRPr sz="1125" b="0">
                <a:solidFill>
                  <a:srgbClr val="B6C3C4"/>
                </a:solidFill>
              </a:defRPr>
            </a:lvl2pPr>
            <a:lvl3pPr>
              <a:defRPr sz="1125" b="0">
                <a:solidFill>
                  <a:srgbClr val="B6C3C4"/>
                </a:solidFill>
              </a:defRPr>
            </a:lvl3pPr>
            <a:lvl4pPr>
              <a:defRPr sz="1125" b="0">
                <a:solidFill>
                  <a:srgbClr val="B6C3C4"/>
                </a:solidFill>
              </a:defRPr>
            </a:lvl4pPr>
            <a:lvl5pPr>
              <a:defRPr sz="1125" b="0">
                <a:solidFill>
                  <a:srgbClr val="B6C3C4"/>
                </a:solidFill>
              </a:defRPr>
            </a:lvl5pPr>
            <a:lvl6pPr>
              <a:defRPr sz="1125" b="0">
                <a:solidFill>
                  <a:srgbClr val="B6C3C4"/>
                </a:solidFill>
              </a:defRPr>
            </a:lvl6pPr>
            <a:lvl7pPr>
              <a:defRPr sz="1125" b="0">
                <a:solidFill>
                  <a:srgbClr val="B6C3C4"/>
                </a:solidFill>
              </a:defRPr>
            </a:lvl7pPr>
            <a:lvl8pPr>
              <a:defRPr sz="1125" b="0">
                <a:solidFill>
                  <a:srgbClr val="B6C3C4"/>
                </a:solidFill>
              </a:defRPr>
            </a:lvl8pPr>
            <a:lvl9pPr>
              <a:defRPr sz="1125" b="0">
                <a:solidFill>
                  <a:srgbClr val="B6C3C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6C3C4"/>
                </a:solidFill>
              </a:defRPr>
            </a:pPr>
            <a:r>
              <a:rPr sz="1125" b="0">
                <a:solidFill>
                  <a:srgbClr val="B6C3C4"/>
                </a:solidFill>
              </a:rPr>
              <a:t>VAJRA-02 can track and intercept an active aerial contact.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7BC2F9-5FF4-45DA-BB0B-603D232F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81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7F9699"/>
                </a:solidFill>
              </a:defRPr>
            </a:defPPr>
            <a:lvl1pPr>
              <a:defRPr sz="825" b="1">
                <a:solidFill>
                  <a:srgbClr val="7F9699"/>
                </a:solidFill>
              </a:defRPr>
            </a:lvl1pPr>
            <a:lvl2pPr>
              <a:defRPr sz="825" b="1">
                <a:solidFill>
                  <a:srgbClr val="7F9699"/>
                </a:solidFill>
              </a:defRPr>
            </a:lvl2pPr>
            <a:lvl3pPr>
              <a:defRPr sz="825" b="1">
                <a:solidFill>
                  <a:srgbClr val="7F9699"/>
                </a:solidFill>
              </a:defRPr>
            </a:lvl3pPr>
            <a:lvl4pPr>
              <a:defRPr sz="825" b="1">
                <a:solidFill>
                  <a:srgbClr val="7F9699"/>
                </a:solidFill>
              </a:defRPr>
            </a:lvl4pPr>
            <a:lvl5pPr>
              <a:defRPr sz="825" b="1">
                <a:solidFill>
                  <a:srgbClr val="7F9699"/>
                </a:solidFill>
              </a:defRPr>
            </a:lvl5pPr>
            <a:lvl6pPr>
              <a:defRPr sz="825" b="1">
                <a:solidFill>
                  <a:srgbClr val="7F9699"/>
                </a:solidFill>
              </a:defRPr>
            </a:lvl6pPr>
            <a:lvl7pPr>
              <a:defRPr sz="825" b="1">
                <a:solidFill>
                  <a:srgbClr val="7F9699"/>
                </a:solidFill>
              </a:defRPr>
            </a:lvl7pPr>
            <a:lvl8pPr>
              <a:defRPr sz="825" b="1">
                <a:solidFill>
                  <a:srgbClr val="7F9699"/>
                </a:solidFill>
              </a:defRPr>
            </a:lvl8pPr>
            <a:lvl9pPr>
              <a:defRPr sz="825" b="1">
                <a:solidFill>
                  <a:srgbClr val="7F9699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7F9699"/>
                </a:solidFill>
              </a:defRPr>
            </a:pPr>
            <a:r>
              <a:rPr sz="825" b="1">
                <a:solidFill>
                  <a:srgbClr val="7F9699"/>
                </a:solidFill>
              </a:rPr>
              <a:t>AEGIS-C2  |  FALLING SUN 2026 × IMSEC GHAZIABAD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84BD5A-CCF5-4564-BBA7-34DBF69B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865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7F9699"/>
                </a:solidFill>
              </a:defRPr>
            </a:defPPr>
            <a:lvl1pPr>
              <a:defRPr sz="825" b="1">
                <a:solidFill>
                  <a:srgbClr val="7F9699"/>
                </a:solidFill>
              </a:defRPr>
            </a:lvl1pPr>
            <a:lvl2pPr>
              <a:defRPr sz="825" b="1">
                <a:solidFill>
                  <a:srgbClr val="7F9699"/>
                </a:solidFill>
              </a:defRPr>
            </a:lvl2pPr>
            <a:lvl3pPr>
              <a:defRPr sz="825" b="1">
                <a:solidFill>
                  <a:srgbClr val="7F9699"/>
                </a:solidFill>
              </a:defRPr>
            </a:lvl3pPr>
            <a:lvl4pPr>
              <a:defRPr sz="825" b="1">
                <a:solidFill>
                  <a:srgbClr val="7F9699"/>
                </a:solidFill>
              </a:defRPr>
            </a:lvl4pPr>
            <a:lvl5pPr>
              <a:defRPr sz="825" b="1">
                <a:solidFill>
                  <a:srgbClr val="7F9699"/>
                </a:solidFill>
              </a:defRPr>
            </a:lvl5pPr>
            <a:lvl6pPr>
              <a:defRPr sz="825" b="1">
                <a:solidFill>
                  <a:srgbClr val="7F9699"/>
                </a:solidFill>
              </a:defRPr>
            </a:lvl6pPr>
            <a:lvl7pPr>
              <a:defRPr sz="825" b="1">
                <a:solidFill>
                  <a:srgbClr val="7F9699"/>
                </a:solidFill>
              </a:defRPr>
            </a:lvl7pPr>
            <a:lvl8pPr>
              <a:defRPr sz="825" b="1">
                <a:solidFill>
                  <a:srgbClr val="7F9699"/>
                </a:solidFill>
              </a:defRPr>
            </a:lvl8pPr>
            <a:lvl9pPr>
              <a:defRPr sz="825" b="1">
                <a:solidFill>
                  <a:srgbClr val="7F9699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7F9699"/>
                </a:solidFill>
              </a:defRPr>
            </a:pPr>
            <a:r>
              <a:rPr sz="825" b="1">
                <a:solidFill>
                  <a:srgbClr val="7F9699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820640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2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1C2CD3-BDB0-486C-B853-F73152D6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3F6F2"/>
                </a:solidFill>
              </a:defRPr>
            </a:defPPr>
            <a:lvl1pPr>
              <a:defRPr sz="2550" b="1">
                <a:solidFill>
                  <a:srgbClr val="F3F6F2"/>
                </a:solidFill>
              </a:defRPr>
            </a:lvl1pPr>
            <a:lvl2pPr>
              <a:defRPr sz="2550" b="1">
                <a:solidFill>
                  <a:srgbClr val="F3F6F2"/>
                </a:solidFill>
              </a:defRPr>
            </a:lvl2pPr>
            <a:lvl3pPr>
              <a:defRPr sz="2550" b="1">
                <a:solidFill>
                  <a:srgbClr val="F3F6F2"/>
                </a:solidFill>
              </a:defRPr>
            </a:lvl3pPr>
            <a:lvl4pPr>
              <a:defRPr sz="2550" b="1">
                <a:solidFill>
                  <a:srgbClr val="F3F6F2"/>
                </a:solidFill>
              </a:defRPr>
            </a:lvl4pPr>
            <a:lvl5pPr>
              <a:defRPr sz="2550" b="1">
                <a:solidFill>
                  <a:srgbClr val="F3F6F2"/>
                </a:solidFill>
              </a:defRPr>
            </a:lvl5pPr>
            <a:lvl6pPr>
              <a:defRPr sz="2550" b="1">
                <a:solidFill>
                  <a:srgbClr val="F3F6F2"/>
                </a:solidFill>
              </a:defRPr>
            </a:lvl6pPr>
            <a:lvl7pPr>
              <a:defRPr sz="2550" b="1">
                <a:solidFill>
                  <a:srgbClr val="F3F6F2"/>
                </a:solidFill>
              </a:defRPr>
            </a:lvl7pPr>
            <a:lvl8pPr>
              <a:defRPr sz="2550" b="1">
                <a:solidFill>
                  <a:srgbClr val="F3F6F2"/>
                </a:solidFill>
              </a:defRPr>
            </a:lvl8pPr>
            <a:lvl9pPr>
              <a:defRPr sz="2550" b="1">
                <a:solidFill>
                  <a:srgbClr val="F3F6F2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3F6F2"/>
                </a:solidFill>
              </a:defRPr>
            </a:pPr>
            <a:r>
              <a:rPr sz="2550" b="1">
                <a:solidFill>
                  <a:srgbClr val="F3F6F2"/>
                </a:solidFill>
              </a:rPr>
              <a:t>Sensor data becomes an interpretable operating picture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BC1297-2368-46A3-94FF-3BFC2841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382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B6C3C4"/>
                </a:solidFill>
              </a:defRPr>
            </a:defPPr>
            <a:lvl1pPr>
              <a:defRPr sz="1200" b="0">
                <a:solidFill>
                  <a:srgbClr val="B6C3C4"/>
                </a:solidFill>
              </a:defRPr>
            </a:lvl1pPr>
            <a:lvl2pPr>
              <a:defRPr sz="1200" b="0">
                <a:solidFill>
                  <a:srgbClr val="B6C3C4"/>
                </a:solidFill>
              </a:defRPr>
            </a:lvl2pPr>
            <a:lvl3pPr>
              <a:defRPr sz="1200" b="0">
                <a:solidFill>
                  <a:srgbClr val="B6C3C4"/>
                </a:solidFill>
              </a:defRPr>
            </a:lvl3pPr>
            <a:lvl4pPr>
              <a:defRPr sz="1200" b="0">
                <a:solidFill>
                  <a:srgbClr val="B6C3C4"/>
                </a:solidFill>
              </a:defRPr>
            </a:lvl4pPr>
            <a:lvl5pPr>
              <a:defRPr sz="1200" b="0">
                <a:solidFill>
                  <a:srgbClr val="B6C3C4"/>
                </a:solidFill>
              </a:defRPr>
            </a:lvl5pPr>
            <a:lvl6pPr>
              <a:defRPr sz="1200" b="0">
                <a:solidFill>
                  <a:srgbClr val="B6C3C4"/>
                </a:solidFill>
              </a:defRPr>
            </a:lvl6pPr>
            <a:lvl7pPr>
              <a:defRPr sz="1200" b="0">
                <a:solidFill>
                  <a:srgbClr val="B6C3C4"/>
                </a:solidFill>
              </a:defRPr>
            </a:lvl7pPr>
            <a:lvl8pPr>
              <a:defRPr sz="1200" b="0">
                <a:solidFill>
                  <a:srgbClr val="B6C3C4"/>
                </a:solidFill>
              </a:defRPr>
            </a:lvl8pPr>
            <a:lvl9pPr>
              <a:defRPr sz="1200" b="0">
                <a:solidFill>
                  <a:srgbClr val="B6C3C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6C3C4"/>
                </a:solidFill>
              </a:defRPr>
            </a:pPr>
            <a:r>
              <a:rPr sz="1200" b="0">
                <a:solidFill>
                  <a:srgbClr val="B6C3C4"/>
                </a:solidFill>
              </a:rPr>
              <a:t>Layered visual inputs give operators a common spatial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45F482-A9FA-4F4F-9D83-78AF4020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22AF27-E2EA-47F2-8558-72AF2E8A79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890bcae1774521"/>
          <a:srcRect xmlns:a="http://schemas.openxmlformats.org/drawingml/2006/main" l="12660" t="0" r="126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524000"/>
            <a:ext cx="6572250" cy="4953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3791C2-54CB-45EF-BECD-1A6E49E0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6572250" cy="4953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EC29E5-C3C6-4504-A081-CAF725E6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866900"/>
            <a:ext cx="40767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2"/>
          </a:solidFill>
          <a:ln xmlns:a="http://schemas.openxmlformats.org/drawingml/2006/main" w="9525">
            <a:solidFill>
              <a:srgbClr val="2843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677EFD-7C60-47BF-B3CC-99F62E9B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717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F3F6F2"/>
                </a:solidFill>
              </a:defRPr>
            </a:defPPr>
            <a:lvl1pPr>
              <a:defRPr sz="1725" b="1">
                <a:solidFill>
                  <a:srgbClr val="F3F6F2"/>
                </a:solidFill>
              </a:defRPr>
            </a:lvl1pPr>
            <a:lvl2pPr>
              <a:defRPr sz="1725" b="1">
                <a:solidFill>
                  <a:srgbClr val="F3F6F2"/>
                </a:solidFill>
              </a:defRPr>
            </a:lvl2pPr>
            <a:lvl3pPr>
              <a:defRPr sz="1725" b="1">
                <a:solidFill>
                  <a:srgbClr val="F3F6F2"/>
                </a:solidFill>
              </a:defRPr>
            </a:lvl3pPr>
            <a:lvl4pPr>
              <a:defRPr sz="1725" b="1">
                <a:solidFill>
                  <a:srgbClr val="F3F6F2"/>
                </a:solidFill>
              </a:defRPr>
            </a:lvl4pPr>
            <a:lvl5pPr>
              <a:defRPr sz="1725" b="1">
                <a:solidFill>
                  <a:srgbClr val="F3F6F2"/>
                </a:solidFill>
              </a:defRPr>
            </a:lvl5pPr>
            <a:lvl6pPr>
              <a:defRPr sz="1725" b="1">
                <a:solidFill>
                  <a:srgbClr val="F3F6F2"/>
                </a:solidFill>
              </a:defRPr>
            </a:lvl6pPr>
            <a:lvl7pPr>
              <a:defRPr sz="1725" b="1">
                <a:solidFill>
                  <a:srgbClr val="F3F6F2"/>
                </a:solidFill>
              </a:defRPr>
            </a:lvl7pPr>
            <a:lvl8pPr>
              <a:defRPr sz="1725" b="1">
                <a:solidFill>
                  <a:srgbClr val="F3F6F2"/>
                </a:solidFill>
              </a:defRPr>
            </a:lvl8pPr>
            <a:lvl9pPr>
              <a:defRPr sz="1725" b="1">
                <a:solidFill>
                  <a:srgbClr val="F3F6F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3F6F2"/>
                </a:solidFill>
              </a:defRPr>
            </a:pPr>
            <a:r>
              <a:rPr sz="1725" b="1">
                <a:solidFill>
                  <a:srgbClr val="F3F6F2"/>
                </a:solidFill>
              </a:rPr>
              <a:t>Visual processing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047492-0734-49FF-8242-0C6C9E8A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733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21E7E2-E149-4980-8B65-0C834BFA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47950"/>
            <a:ext cx="304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B6C3C4"/>
                </a:solidFill>
              </a:defRPr>
            </a:defPPr>
            <a:lvl1pPr>
              <a:defRPr sz="1200" b="0">
                <a:solidFill>
                  <a:srgbClr val="B6C3C4"/>
                </a:solidFill>
              </a:defRPr>
            </a:lvl1pPr>
            <a:lvl2pPr>
              <a:defRPr sz="1200" b="0">
                <a:solidFill>
                  <a:srgbClr val="B6C3C4"/>
                </a:solidFill>
              </a:defRPr>
            </a:lvl2pPr>
            <a:lvl3pPr>
              <a:defRPr sz="1200" b="0">
                <a:solidFill>
                  <a:srgbClr val="B6C3C4"/>
                </a:solidFill>
              </a:defRPr>
            </a:lvl3pPr>
            <a:lvl4pPr>
              <a:defRPr sz="1200" b="0">
                <a:solidFill>
                  <a:srgbClr val="B6C3C4"/>
                </a:solidFill>
              </a:defRPr>
            </a:lvl4pPr>
            <a:lvl5pPr>
              <a:defRPr sz="1200" b="0">
                <a:solidFill>
                  <a:srgbClr val="B6C3C4"/>
                </a:solidFill>
              </a:defRPr>
            </a:lvl5pPr>
            <a:lvl6pPr>
              <a:defRPr sz="1200" b="0">
                <a:solidFill>
                  <a:srgbClr val="B6C3C4"/>
                </a:solidFill>
              </a:defRPr>
            </a:lvl6pPr>
            <a:lvl7pPr>
              <a:defRPr sz="1200" b="0">
                <a:solidFill>
                  <a:srgbClr val="B6C3C4"/>
                </a:solidFill>
              </a:defRPr>
            </a:lvl7pPr>
            <a:lvl8pPr>
              <a:defRPr sz="1200" b="0">
                <a:solidFill>
                  <a:srgbClr val="B6C3C4"/>
                </a:solidFill>
              </a:defRPr>
            </a:lvl8pPr>
            <a:lvl9pPr>
              <a:defRPr sz="1200" b="0">
                <a:solidFill>
                  <a:srgbClr val="B6C3C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6C3C4"/>
                </a:solidFill>
              </a:defRPr>
            </a:pPr>
            <a:r>
              <a:rPr sz="1200" b="0">
                <a:solidFill>
                  <a:srgbClr val="B6C3C4"/>
                </a:solidFill>
              </a:rPr>
              <a:t>Live camera toggle for real-time capture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DF0A07-7D63-4A08-93DF-8A733432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143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8B004D-BC86-4629-9048-32974E76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57525"/>
            <a:ext cx="304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B6C3C4"/>
                </a:solidFill>
              </a:defRPr>
            </a:defPPr>
            <a:lvl1pPr>
              <a:defRPr sz="1200" b="0">
                <a:solidFill>
                  <a:srgbClr val="B6C3C4"/>
                </a:solidFill>
              </a:defRPr>
            </a:lvl1pPr>
            <a:lvl2pPr>
              <a:defRPr sz="1200" b="0">
                <a:solidFill>
                  <a:srgbClr val="B6C3C4"/>
                </a:solidFill>
              </a:defRPr>
            </a:lvl2pPr>
            <a:lvl3pPr>
              <a:defRPr sz="1200" b="0">
                <a:solidFill>
                  <a:srgbClr val="B6C3C4"/>
                </a:solidFill>
              </a:defRPr>
            </a:lvl3pPr>
            <a:lvl4pPr>
              <a:defRPr sz="1200" b="0">
                <a:solidFill>
                  <a:srgbClr val="B6C3C4"/>
                </a:solidFill>
              </a:defRPr>
            </a:lvl4pPr>
            <a:lvl5pPr>
              <a:defRPr sz="1200" b="0">
                <a:solidFill>
                  <a:srgbClr val="B6C3C4"/>
                </a:solidFill>
              </a:defRPr>
            </a:lvl5pPr>
            <a:lvl6pPr>
              <a:defRPr sz="1200" b="0">
                <a:solidFill>
                  <a:srgbClr val="B6C3C4"/>
                </a:solidFill>
              </a:defRPr>
            </a:lvl6pPr>
            <a:lvl7pPr>
              <a:defRPr sz="1200" b="0">
                <a:solidFill>
                  <a:srgbClr val="B6C3C4"/>
                </a:solidFill>
              </a:defRPr>
            </a:lvl7pPr>
            <a:lvl8pPr>
              <a:defRPr sz="1200" b="0">
                <a:solidFill>
                  <a:srgbClr val="B6C3C4"/>
                </a:solidFill>
              </a:defRPr>
            </a:lvl8pPr>
            <a:lvl9pPr>
              <a:defRPr sz="1200" b="0">
                <a:solidFill>
                  <a:srgbClr val="B6C3C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6C3C4"/>
                </a:solidFill>
              </a:defRPr>
            </a:pPr>
            <a:r>
              <a:rPr sz="1200" b="0">
                <a:solidFill>
                  <a:srgbClr val="B6C3C4"/>
                </a:solidFill>
              </a:rPr>
              <a:t>Thermal false-color shader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2D16A1-4A81-497E-8FB4-24166D46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552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3C6844-80E9-4C4F-8EE6-0516477D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467100"/>
            <a:ext cx="304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B6C3C4"/>
                </a:solidFill>
              </a:defRPr>
            </a:defPPr>
            <a:lvl1pPr>
              <a:defRPr sz="1200" b="0">
                <a:solidFill>
                  <a:srgbClr val="B6C3C4"/>
                </a:solidFill>
              </a:defRPr>
            </a:lvl1pPr>
            <a:lvl2pPr>
              <a:defRPr sz="1200" b="0">
                <a:solidFill>
                  <a:srgbClr val="B6C3C4"/>
                </a:solidFill>
              </a:defRPr>
            </a:lvl2pPr>
            <a:lvl3pPr>
              <a:defRPr sz="1200" b="0">
                <a:solidFill>
                  <a:srgbClr val="B6C3C4"/>
                </a:solidFill>
              </a:defRPr>
            </a:lvl3pPr>
            <a:lvl4pPr>
              <a:defRPr sz="1200" b="0">
                <a:solidFill>
                  <a:srgbClr val="B6C3C4"/>
                </a:solidFill>
              </a:defRPr>
            </a:lvl4pPr>
            <a:lvl5pPr>
              <a:defRPr sz="1200" b="0">
                <a:solidFill>
                  <a:srgbClr val="B6C3C4"/>
                </a:solidFill>
              </a:defRPr>
            </a:lvl5pPr>
            <a:lvl6pPr>
              <a:defRPr sz="1200" b="0">
                <a:solidFill>
                  <a:srgbClr val="B6C3C4"/>
                </a:solidFill>
              </a:defRPr>
            </a:lvl6pPr>
            <a:lvl7pPr>
              <a:defRPr sz="1200" b="0">
                <a:solidFill>
                  <a:srgbClr val="B6C3C4"/>
                </a:solidFill>
              </a:defRPr>
            </a:lvl7pPr>
            <a:lvl8pPr>
              <a:defRPr sz="1200" b="0">
                <a:solidFill>
                  <a:srgbClr val="B6C3C4"/>
                </a:solidFill>
              </a:defRPr>
            </a:lvl8pPr>
            <a:lvl9pPr>
              <a:defRPr sz="1200" b="0">
                <a:solidFill>
                  <a:srgbClr val="B6C3C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6C3C4"/>
                </a:solidFill>
              </a:defRPr>
            </a:pPr>
            <a:r>
              <a:rPr sz="1200" b="0">
                <a:solidFill>
                  <a:srgbClr val="B6C3C4"/>
                </a:solidFill>
              </a:rPr>
              <a:t>NVG phosphor-green shader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1A9E20-F087-4EBF-B6AA-EF6CA8B9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962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C9229F-801F-485E-9E1E-D0C841D2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876675"/>
            <a:ext cx="304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B6C3C4"/>
                </a:solidFill>
              </a:defRPr>
            </a:defPPr>
            <a:lvl1pPr>
              <a:defRPr sz="1200" b="0">
                <a:solidFill>
                  <a:srgbClr val="B6C3C4"/>
                </a:solidFill>
              </a:defRPr>
            </a:lvl1pPr>
            <a:lvl2pPr>
              <a:defRPr sz="1200" b="0">
                <a:solidFill>
                  <a:srgbClr val="B6C3C4"/>
                </a:solidFill>
              </a:defRPr>
            </a:lvl2pPr>
            <a:lvl3pPr>
              <a:defRPr sz="1200" b="0">
                <a:solidFill>
                  <a:srgbClr val="B6C3C4"/>
                </a:solidFill>
              </a:defRPr>
            </a:lvl3pPr>
            <a:lvl4pPr>
              <a:defRPr sz="1200" b="0">
                <a:solidFill>
                  <a:srgbClr val="B6C3C4"/>
                </a:solidFill>
              </a:defRPr>
            </a:lvl4pPr>
            <a:lvl5pPr>
              <a:defRPr sz="1200" b="0">
                <a:solidFill>
                  <a:srgbClr val="B6C3C4"/>
                </a:solidFill>
              </a:defRPr>
            </a:lvl5pPr>
            <a:lvl6pPr>
              <a:defRPr sz="1200" b="0">
                <a:solidFill>
                  <a:srgbClr val="B6C3C4"/>
                </a:solidFill>
              </a:defRPr>
            </a:lvl6pPr>
            <a:lvl7pPr>
              <a:defRPr sz="1200" b="0">
                <a:solidFill>
                  <a:srgbClr val="B6C3C4"/>
                </a:solidFill>
              </a:defRPr>
            </a:lvl7pPr>
            <a:lvl8pPr>
              <a:defRPr sz="1200" b="0">
                <a:solidFill>
                  <a:srgbClr val="B6C3C4"/>
                </a:solidFill>
              </a:defRPr>
            </a:lvl8pPr>
            <a:lvl9pPr>
              <a:defRPr sz="1200" b="0">
                <a:solidFill>
                  <a:srgbClr val="B6C3C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6C3C4"/>
                </a:solidFill>
              </a:defRPr>
            </a:pPr>
            <a:r>
              <a:rPr sz="1200" b="0">
                <a:solidFill>
                  <a:srgbClr val="B6C3C4"/>
                </a:solidFill>
              </a:rPr>
              <a:t>Satellite imagery in the Ghaziabad sector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82FC54-A2EF-4804-B784-8F876E82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371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0573EE-90FE-45A0-888D-FC807B22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86250"/>
            <a:ext cx="304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B6C3C4"/>
                </a:solidFill>
              </a:defRPr>
            </a:defPPr>
            <a:lvl1pPr>
              <a:defRPr sz="1200" b="0">
                <a:solidFill>
                  <a:srgbClr val="B6C3C4"/>
                </a:solidFill>
              </a:defRPr>
            </a:lvl1pPr>
            <a:lvl2pPr>
              <a:defRPr sz="1200" b="0">
                <a:solidFill>
                  <a:srgbClr val="B6C3C4"/>
                </a:solidFill>
              </a:defRPr>
            </a:lvl2pPr>
            <a:lvl3pPr>
              <a:defRPr sz="1200" b="0">
                <a:solidFill>
                  <a:srgbClr val="B6C3C4"/>
                </a:solidFill>
              </a:defRPr>
            </a:lvl3pPr>
            <a:lvl4pPr>
              <a:defRPr sz="1200" b="0">
                <a:solidFill>
                  <a:srgbClr val="B6C3C4"/>
                </a:solidFill>
              </a:defRPr>
            </a:lvl4pPr>
            <a:lvl5pPr>
              <a:defRPr sz="1200" b="0">
                <a:solidFill>
                  <a:srgbClr val="B6C3C4"/>
                </a:solidFill>
              </a:defRPr>
            </a:lvl5pPr>
            <a:lvl6pPr>
              <a:defRPr sz="1200" b="0">
                <a:solidFill>
                  <a:srgbClr val="B6C3C4"/>
                </a:solidFill>
              </a:defRPr>
            </a:lvl6pPr>
            <a:lvl7pPr>
              <a:defRPr sz="1200" b="0">
                <a:solidFill>
                  <a:srgbClr val="B6C3C4"/>
                </a:solidFill>
              </a:defRPr>
            </a:lvl7pPr>
            <a:lvl8pPr>
              <a:defRPr sz="1200" b="0">
                <a:solidFill>
                  <a:srgbClr val="B6C3C4"/>
                </a:solidFill>
              </a:defRPr>
            </a:lvl8pPr>
            <a:lvl9pPr>
              <a:defRPr sz="1200" b="0">
                <a:solidFill>
                  <a:srgbClr val="B6C3C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6C3C4"/>
                </a:solidFill>
              </a:defRPr>
            </a:pPr>
            <a:r>
              <a:rPr sz="1200" b="0">
                <a:solidFill>
                  <a:srgbClr val="B6C3C4"/>
                </a:solidFill>
              </a:rPr>
              <a:t>NavIC health indicators and GDOP status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8DFBFE-B22C-4576-82F2-6DC5B28C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514975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8FA6A6"/>
                </a:solidFill>
              </a:defRPr>
            </a:defPPr>
            <a:lvl1pPr>
              <a:defRPr sz="1125" b="0">
                <a:solidFill>
                  <a:srgbClr val="8FA6A6"/>
                </a:solidFill>
              </a:defRPr>
            </a:lvl1pPr>
            <a:lvl2pPr>
              <a:defRPr sz="1125" b="0">
                <a:solidFill>
                  <a:srgbClr val="8FA6A6"/>
                </a:solidFill>
              </a:defRPr>
            </a:lvl2pPr>
            <a:lvl3pPr>
              <a:defRPr sz="1125" b="0">
                <a:solidFill>
                  <a:srgbClr val="8FA6A6"/>
                </a:solidFill>
              </a:defRPr>
            </a:lvl3pPr>
            <a:lvl4pPr>
              <a:defRPr sz="1125" b="0">
                <a:solidFill>
                  <a:srgbClr val="8FA6A6"/>
                </a:solidFill>
              </a:defRPr>
            </a:lvl4pPr>
            <a:lvl5pPr>
              <a:defRPr sz="1125" b="0">
                <a:solidFill>
                  <a:srgbClr val="8FA6A6"/>
                </a:solidFill>
              </a:defRPr>
            </a:lvl5pPr>
            <a:lvl6pPr>
              <a:defRPr sz="1125" b="0">
                <a:solidFill>
                  <a:srgbClr val="8FA6A6"/>
                </a:solidFill>
              </a:defRPr>
            </a:lvl6pPr>
            <a:lvl7pPr>
              <a:defRPr sz="1125" b="0">
                <a:solidFill>
                  <a:srgbClr val="8FA6A6"/>
                </a:solidFill>
              </a:defRPr>
            </a:lvl7pPr>
            <a:lvl8pPr>
              <a:defRPr sz="1125" b="0">
                <a:solidFill>
                  <a:srgbClr val="8FA6A6"/>
                </a:solidFill>
              </a:defRPr>
            </a:lvl8pPr>
            <a:lvl9pPr>
              <a:defRPr sz="1125" b="0">
                <a:solidFill>
                  <a:srgbClr val="8FA6A6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8FA6A6"/>
                </a:solidFill>
              </a:defRPr>
            </a:pPr>
            <a:r>
              <a:rPr sz="1125" b="0">
                <a:solidFill>
                  <a:srgbClr val="8FA6A6"/>
                </a:solidFill>
              </a:rPr>
              <a:t>The visuals in this deck are conceptual illustrations. The project provides the actual interactive interface.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CCDC99-1AF9-4BE4-83F4-E372ED88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81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7F9699"/>
                </a:solidFill>
              </a:defRPr>
            </a:defPPr>
            <a:lvl1pPr>
              <a:defRPr sz="825" b="1">
                <a:solidFill>
                  <a:srgbClr val="7F9699"/>
                </a:solidFill>
              </a:defRPr>
            </a:lvl1pPr>
            <a:lvl2pPr>
              <a:defRPr sz="825" b="1">
                <a:solidFill>
                  <a:srgbClr val="7F9699"/>
                </a:solidFill>
              </a:defRPr>
            </a:lvl2pPr>
            <a:lvl3pPr>
              <a:defRPr sz="825" b="1">
                <a:solidFill>
                  <a:srgbClr val="7F9699"/>
                </a:solidFill>
              </a:defRPr>
            </a:lvl3pPr>
            <a:lvl4pPr>
              <a:defRPr sz="825" b="1">
                <a:solidFill>
                  <a:srgbClr val="7F9699"/>
                </a:solidFill>
              </a:defRPr>
            </a:lvl4pPr>
            <a:lvl5pPr>
              <a:defRPr sz="825" b="1">
                <a:solidFill>
                  <a:srgbClr val="7F9699"/>
                </a:solidFill>
              </a:defRPr>
            </a:lvl5pPr>
            <a:lvl6pPr>
              <a:defRPr sz="825" b="1">
                <a:solidFill>
                  <a:srgbClr val="7F9699"/>
                </a:solidFill>
              </a:defRPr>
            </a:lvl6pPr>
            <a:lvl7pPr>
              <a:defRPr sz="825" b="1">
                <a:solidFill>
                  <a:srgbClr val="7F9699"/>
                </a:solidFill>
              </a:defRPr>
            </a:lvl7pPr>
            <a:lvl8pPr>
              <a:defRPr sz="825" b="1">
                <a:solidFill>
                  <a:srgbClr val="7F9699"/>
                </a:solidFill>
              </a:defRPr>
            </a:lvl8pPr>
            <a:lvl9pPr>
              <a:defRPr sz="825" b="1">
                <a:solidFill>
                  <a:srgbClr val="7F9699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7F9699"/>
                </a:solidFill>
              </a:defRPr>
            </a:pPr>
            <a:r>
              <a:rPr sz="825" b="1">
                <a:solidFill>
                  <a:srgbClr val="7F9699"/>
                </a:solidFill>
              </a:rPr>
              <a:t>AEGIS-C2  |  FALLING SUN 2026 × IMSEC GHAZIABAD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796E48-5E03-48AF-AE20-955D14C0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865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7F9699"/>
                </a:solidFill>
              </a:defRPr>
            </a:defPPr>
            <a:lvl1pPr>
              <a:defRPr sz="825" b="1">
                <a:solidFill>
                  <a:srgbClr val="7F9699"/>
                </a:solidFill>
              </a:defRPr>
            </a:lvl1pPr>
            <a:lvl2pPr>
              <a:defRPr sz="825" b="1">
                <a:solidFill>
                  <a:srgbClr val="7F9699"/>
                </a:solidFill>
              </a:defRPr>
            </a:lvl2pPr>
            <a:lvl3pPr>
              <a:defRPr sz="825" b="1">
                <a:solidFill>
                  <a:srgbClr val="7F9699"/>
                </a:solidFill>
              </a:defRPr>
            </a:lvl3pPr>
            <a:lvl4pPr>
              <a:defRPr sz="825" b="1">
                <a:solidFill>
                  <a:srgbClr val="7F9699"/>
                </a:solidFill>
              </a:defRPr>
            </a:lvl4pPr>
            <a:lvl5pPr>
              <a:defRPr sz="825" b="1">
                <a:solidFill>
                  <a:srgbClr val="7F9699"/>
                </a:solidFill>
              </a:defRPr>
            </a:lvl5pPr>
            <a:lvl6pPr>
              <a:defRPr sz="825" b="1">
                <a:solidFill>
                  <a:srgbClr val="7F9699"/>
                </a:solidFill>
              </a:defRPr>
            </a:lvl6pPr>
            <a:lvl7pPr>
              <a:defRPr sz="825" b="1">
                <a:solidFill>
                  <a:srgbClr val="7F9699"/>
                </a:solidFill>
              </a:defRPr>
            </a:lvl7pPr>
            <a:lvl8pPr>
              <a:defRPr sz="825" b="1">
                <a:solidFill>
                  <a:srgbClr val="7F9699"/>
                </a:solidFill>
              </a:defRPr>
            </a:lvl8pPr>
            <a:lvl9pPr>
              <a:defRPr sz="825" b="1">
                <a:solidFill>
                  <a:srgbClr val="7F9699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7F9699"/>
                </a:solidFill>
              </a:defRPr>
            </a:pPr>
            <a:r>
              <a:rPr sz="825" b="1">
                <a:solidFill>
                  <a:srgbClr val="7F9699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6053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2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24B1DB-002C-46AD-968C-D141F14B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3F6F2"/>
                </a:solidFill>
              </a:defRPr>
            </a:defPPr>
            <a:lvl1pPr>
              <a:defRPr sz="2550" b="1">
                <a:solidFill>
                  <a:srgbClr val="F3F6F2"/>
                </a:solidFill>
              </a:defRPr>
            </a:lvl1pPr>
            <a:lvl2pPr>
              <a:defRPr sz="2550" b="1">
                <a:solidFill>
                  <a:srgbClr val="F3F6F2"/>
                </a:solidFill>
              </a:defRPr>
            </a:lvl2pPr>
            <a:lvl3pPr>
              <a:defRPr sz="2550" b="1">
                <a:solidFill>
                  <a:srgbClr val="F3F6F2"/>
                </a:solidFill>
              </a:defRPr>
            </a:lvl3pPr>
            <a:lvl4pPr>
              <a:defRPr sz="2550" b="1">
                <a:solidFill>
                  <a:srgbClr val="F3F6F2"/>
                </a:solidFill>
              </a:defRPr>
            </a:lvl4pPr>
            <a:lvl5pPr>
              <a:defRPr sz="2550" b="1">
                <a:solidFill>
                  <a:srgbClr val="F3F6F2"/>
                </a:solidFill>
              </a:defRPr>
            </a:lvl5pPr>
            <a:lvl6pPr>
              <a:defRPr sz="2550" b="1">
                <a:solidFill>
                  <a:srgbClr val="F3F6F2"/>
                </a:solidFill>
              </a:defRPr>
            </a:lvl6pPr>
            <a:lvl7pPr>
              <a:defRPr sz="2550" b="1">
                <a:solidFill>
                  <a:srgbClr val="F3F6F2"/>
                </a:solidFill>
              </a:defRPr>
            </a:lvl7pPr>
            <a:lvl8pPr>
              <a:defRPr sz="2550" b="1">
                <a:solidFill>
                  <a:srgbClr val="F3F6F2"/>
                </a:solidFill>
              </a:defRPr>
            </a:lvl8pPr>
            <a:lvl9pPr>
              <a:defRPr sz="2550" b="1">
                <a:solidFill>
                  <a:srgbClr val="F3F6F2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3F6F2"/>
                </a:solidFill>
              </a:defRPr>
            </a:pPr>
            <a:r>
              <a:rPr sz="2550" b="1">
                <a:solidFill>
                  <a:srgbClr val="F3F6F2"/>
                </a:solidFill>
              </a:rPr>
              <a:t>A browser-native tactical simulation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107EF0-FEC6-4AC8-BCD2-7579E203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382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B6C3C4"/>
                </a:solidFill>
              </a:defRPr>
            </a:defPPr>
            <a:lvl1pPr>
              <a:defRPr sz="1200" b="0">
                <a:solidFill>
                  <a:srgbClr val="B6C3C4"/>
                </a:solidFill>
              </a:defRPr>
            </a:lvl1pPr>
            <a:lvl2pPr>
              <a:defRPr sz="1200" b="0">
                <a:solidFill>
                  <a:srgbClr val="B6C3C4"/>
                </a:solidFill>
              </a:defRPr>
            </a:lvl2pPr>
            <a:lvl3pPr>
              <a:defRPr sz="1200" b="0">
                <a:solidFill>
                  <a:srgbClr val="B6C3C4"/>
                </a:solidFill>
              </a:defRPr>
            </a:lvl3pPr>
            <a:lvl4pPr>
              <a:defRPr sz="1200" b="0">
                <a:solidFill>
                  <a:srgbClr val="B6C3C4"/>
                </a:solidFill>
              </a:defRPr>
            </a:lvl4pPr>
            <a:lvl5pPr>
              <a:defRPr sz="1200" b="0">
                <a:solidFill>
                  <a:srgbClr val="B6C3C4"/>
                </a:solidFill>
              </a:defRPr>
            </a:lvl5pPr>
            <a:lvl6pPr>
              <a:defRPr sz="1200" b="0">
                <a:solidFill>
                  <a:srgbClr val="B6C3C4"/>
                </a:solidFill>
              </a:defRPr>
            </a:lvl6pPr>
            <a:lvl7pPr>
              <a:defRPr sz="1200" b="0">
                <a:solidFill>
                  <a:srgbClr val="B6C3C4"/>
                </a:solidFill>
              </a:defRPr>
            </a:lvl7pPr>
            <a:lvl8pPr>
              <a:defRPr sz="1200" b="0">
                <a:solidFill>
                  <a:srgbClr val="B6C3C4"/>
                </a:solidFill>
              </a:defRPr>
            </a:lvl8pPr>
            <a:lvl9pPr>
              <a:defRPr sz="1200" b="0">
                <a:solidFill>
                  <a:srgbClr val="B6C3C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6C3C4"/>
                </a:solidFill>
              </a:defRPr>
            </a:pPr>
            <a:r>
              <a:rPr sz="1200" b="0">
                <a:solidFill>
                  <a:srgbClr val="B6C3C4"/>
                </a:solidFill>
              </a:rPr>
              <a:t>The demo runs in a web interface with geospatial rendering, local device input and generated outputs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4C34EF-2447-4ABF-BFEF-9130B43A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207F3C-42B1-44FA-8114-2B166EA9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124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2"/>
          </a:solidFill>
          <a:ln xmlns:a="http://schemas.openxmlformats.org/drawingml/2006/main" w="9525">
            <a:solidFill>
              <a:srgbClr val="2843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146591-DAEB-497C-A98C-E5D6D1A3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55C7BE"/>
                </a:solidFill>
              </a:defRPr>
            </a:defPPr>
            <a:lvl1pPr>
              <a:defRPr sz="1650" b="1">
                <a:solidFill>
                  <a:srgbClr val="55C7BE"/>
                </a:solidFill>
              </a:defRPr>
            </a:lvl1pPr>
            <a:lvl2pPr>
              <a:defRPr sz="1650" b="1">
                <a:solidFill>
                  <a:srgbClr val="55C7BE"/>
                </a:solidFill>
              </a:defRPr>
            </a:lvl2pPr>
            <a:lvl3pPr>
              <a:defRPr sz="1650" b="1">
                <a:solidFill>
                  <a:srgbClr val="55C7BE"/>
                </a:solidFill>
              </a:defRPr>
            </a:lvl3pPr>
            <a:lvl4pPr>
              <a:defRPr sz="1650" b="1">
                <a:solidFill>
                  <a:srgbClr val="55C7BE"/>
                </a:solidFill>
              </a:defRPr>
            </a:lvl4pPr>
            <a:lvl5pPr>
              <a:defRPr sz="1650" b="1">
                <a:solidFill>
                  <a:srgbClr val="55C7BE"/>
                </a:solidFill>
              </a:defRPr>
            </a:lvl5pPr>
            <a:lvl6pPr>
              <a:defRPr sz="1650" b="1">
                <a:solidFill>
                  <a:srgbClr val="55C7BE"/>
                </a:solidFill>
              </a:defRPr>
            </a:lvl6pPr>
            <a:lvl7pPr>
              <a:defRPr sz="1650" b="1">
                <a:solidFill>
                  <a:srgbClr val="55C7BE"/>
                </a:solidFill>
              </a:defRPr>
            </a:lvl7pPr>
            <a:lvl8pPr>
              <a:defRPr sz="1650" b="1">
                <a:solidFill>
                  <a:srgbClr val="55C7BE"/>
                </a:solidFill>
              </a:defRPr>
            </a:lvl8pPr>
            <a:lvl9pPr>
              <a:defRPr sz="1650" b="1">
                <a:solidFill>
                  <a:srgbClr val="55C7BE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55C7BE"/>
                </a:solidFill>
              </a:defRPr>
            </a:pPr>
            <a:r>
              <a:rPr sz="1650" b="1">
                <a:solidFill>
                  <a:srgbClr val="55C7BE"/>
                </a:solidFill>
              </a:rPr>
              <a:t>Input 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3CDB99-9C20-4E7C-A6B0-1F5C236B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52725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635870-65FE-4389-983A-A08B7E38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2476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B6C3C4"/>
                </a:solidFill>
              </a:defRPr>
            </a:defPPr>
            <a:lvl1pPr>
              <a:defRPr sz="1350" b="0">
                <a:solidFill>
                  <a:srgbClr val="B6C3C4"/>
                </a:solidFill>
              </a:defRPr>
            </a:lvl1pPr>
            <a:lvl2pPr>
              <a:defRPr sz="1350" b="0">
                <a:solidFill>
                  <a:srgbClr val="B6C3C4"/>
                </a:solidFill>
              </a:defRPr>
            </a:lvl2pPr>
            <a:lvl3pPr>
              <a:defRPr sz="1350" b="0">
                <a:solidFill>
                  <a:srgbClr val="B6C3C4"/>
                </a:solidFill>
              </a:defRPr>
            </a:lvl3pPr>
            <a:lvl4pPr>
              <a:defRPr sz="1350" b="0">
                <a:solidFill>
                  <a:srgbClr val="B6C3C4"/>
                </a:solidFill>
              </a:defRPr>
            </a:lvl4pPr>
            <a:lvl5pPr>
              <a:defRPr sz="1350" b="0">
                <a:solidFill>
                  <a:srgbClr val="B6C3C4"/>
                </a:solidFill>
              </a:defRPr>
            </a:lvl5pPr>
            <a:lvl6pPr>
              <a:defRPr sz="1350" b="0">
                <a:solidFill>
                  <a:srgbClr val="B6C3C4"/>
                </a:solidFill>
              </a:defRPr>
            </a:lvl6pPr>
            <a:lvl7pPr>
              <a:defRPr sz="1350" b="0">
                <a:solidFill>
                  <a:srgbClr val="B6C3C4"/>
                </a:solidFill>
              </a:defRPr>
            </a:lvl7pPr>
            <a:lvl8pPr>
              <a:defRPr sz="1350" b="0">
                <a:solidFill>
                  <a:srgbClr val="B6C3C4"/>
                </a:solidFill>
              </a:defRPr>
            </a:lvl8pPr>
            <a:lvl9pPr>
              <a:defRPr sz="1350" b="0">
                <a:solidFill>
                  <a:srgbClr val="B6C3C4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6C3C4"/>
                </a:solidFill>
              </a:defRPr>
            </a:pPr>
            <a:r>
              <a:rPr sz="1350" b="0">
                <a:solidFill>
                  <a:srgbClr val="B6C3C4"/>
                </a:solidFill>
              </a:rPr>
              <a:t>Esri World Imagery</a:t>
            </a:r>
          </a:p>
          <a:p xmlns:a="http://schemas.openxmlformats.org/drawingml/2006/main">
            <a:pPr>
              <a:defRPr sz="1350" b="0">
                <a:solidFill>
                  <a:srgbClr val="B6C3C4"/>
                </a:solidFill>
              </a:defRPr>
            </a:pPr>
            <a:r>
              <a:rPr sz="1350" b="0">
                <a:solidFill>
                  <a:srgbClr val="B6C3C4"/>
                </a:solidFill>
              </a:rPr>
              <a:t>Webcam capture</a:t>
            </a:r>
          </a:p>
          <a:p xmlns:a="http://schemas.openxmlformats.org/drawingml/2006/main">
            <a:pPr>
              <a:defRPr sz="1350" b="0">
                <a:solidFill>
                  <a:srgbClr val="B6C3C4"/>
                </a:solidFill>
              </a:defRPr>
            </a:pPr>
            <a:r>
              <a:rPr sz="1350" b="0">
                <a:solidFill>
                  <a:srgbClr val="B6C3C4"/>
                </a:solidFill>
              </a:rPr>
              <a:t>Map clicks</a:t>
            </a:r>
          </a:p>
          <a:p xmlns:a="http://schemas.openxmlformats.org/drawingml/2006/main">
            <a:pPr>
              <a:defRPr sz="1350" b="0">
                <a:solidFill>
                  <a:srgbClr val="B6C3C4"/>
                </a:solidFill>
              </a:defRPr>
            </a:pPr>
            <a:r>
              <a:rPr sz="1350" b="0">
                <a:solidFill>
                  <a:srgbClr val="B6C3C4"/>
                </a:solidFill>
              </a:rPr>
              <a:t>Synthetic telemetry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0539A5-96F7-4BE4-95D9-6A6CA4D3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3124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2A"/>
          </a:solidFill>
          <a:ln xmlns:a="http://schemas.openxmlformats.org/drawingml/2006/main" w="9525">
            <a:solidFill>
              <a:srgbClr val="2843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C557ED-A892-4597-BE37-F2FB1100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860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F2B84B"/>
                </a:solidFill>
              </a:defRPr>
            </a:defPPr>
            <a:lvl1pPr>
              <a:defRPr sz="1650" b="1">
                <a:solidFill>
                  <a:srgbClr val="F2B84B"/>
                </a:solidFill>
              </a:defRPr>
            </a:lvl1pPr>
            <a:lvl2pPr>
              <a:defRPr sz="1650" b="1">
                <a:solidFill>
                  <a:srgbClr val="F2B84B"/>
                </a:solidFill>
              </a:defRPr>
            </a:lvl2pPr>
            <a:lvl3pPr>
              <a:defRPr sz="1650" b="1">
                <a:solidFill>
                  <a:srgbClr val="F2B84B"/>
                </a:solidFill>
              </a:defRPr>
            </a:lvl3pPr>
            <a:lvl4pPr>
              <a:defRPr sz="1650" b="1">
                <a:solidFill>
                  <a:srgbClr val="F2B84B"/>
                </a:solidFill>
              </a:defRPr>
            </a:lvl4pPr>
            <a:lvl5pPr>
              <a:defRPr sz="1650" b="1">
                <a:solidFill>
                  <a:srgbClr val="F2B84B"/>
                </a:solidFill>
              </a:defRPr>
            </a:lvl5pPr>
            <a:lvl6pPr>
              <a:defRPr sz="1650" b="1">
                <a:solidFill>
                  <a:srgbClr val="F2B84B"/>
                </a:solidFill>
              </a:defRPr>
            </a:lvl6pPr>
            <a:lvl7pPr>
              <a:defRPr sz="1650" b="1">
                <a:solidFill>
                  <a:srgbClr val="F2B84B"/>
                </a:solidFill>
              </a:defRPr>
            </a:lvl7pPr>
            <a:lvl8pPr>
              <a:defRPr sz="1650" b="1">
                <a:solidFill>
                  <a:srgbClr val="F2B84B"/>
                </a:solidFill>
              </a:defRPr>
            </a:lvl8pPr>
            <a:lvl9pPr>
              <a:defRPr sz="1650" b="1">
                <a:solidFill>
                  <a:srgbClr val="F2B84B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2B84B"/>
                </a:solidFill>
              </a:defRPr>
            </a:pPr>
            <a:r>
              <a:rPr sz="1650" b="1">
                <a:solidFill>
                  <a:srgbClr val="F2B84B"/>
                </a:solidFill>
              </a:rPr>
              <a:t>Decision layer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A322A8-0AA5-4631-A647-3A52CAB6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52725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ACB42D-617F-49CB-9786-B4E1ED5B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05150"/>
            <a:ext cx="2476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B6C3C4"/>
                </a:solidFill>
              </a:defRPr>
            </a:defPPr>
            <a:lvl1pPr>
              <a:defRPr sz="1350" b="0">
                <a:solidFill>
                  <a:srgbClr val="B6C3C4"/>
                </a:solidFill>
              </a:defRPr>
            </a:lvl1pPr>
            <a:lvl2pPr>
              <a:defRPr sz="1350" b="0">
                <a:solidFill>
                  <a:srgbClr val="B6C3C4"/>
                </a:solidFill>
              </a:defRPr>
            </a:lvl2pPr>
            <a:lvl3pPr>
              <a:defRPr sz="1350" b="0">
                <a:solidFill>
                  <a:srgbClr val="B6C3C4"/>
                </a:solidFill>
              </a:defRPr>
            </a:lvl3pPr>
            <a:lvl4pPr>
              <a:defRPr sz="1350" b="0">
                <a:solidFill>
                  <a:srgbClr val="B6C3C4"/>
                </a:solidFill>
              </a:defRPr>
            </a:lvl4pPr>
            <a:lvl5pPr>
              <a:defRPr sz="1350" b="0">
                <a:solidFill>
                  <a:srgbClr val="B6C3C4"/>
                </a:solidFill>
              </a:defRPr>
            </a:lvl5pPr>
            <a:lvl6pPr>
              <a:defRPr sz="1350" b="0">
                <a:solidFill>
                  <a:srgbClr val="B6C3C4"/>
                </a:solidFill>
              </a:defRPr>
            </a:lvl6pPr>
            <a:lvl7pPr>
              <a:defRPr sz="1350" b="0">
                <a:solidFill>
                  <a:srgbClr val="B6C3C4"/>
                </a:solidFill>
              </a:defRPr>
            </a:lvl7pPr>
            <a:lvl8pPr>
              <a:defRPr sz="1350" b="0">
                <a:solidFill>
                  <a:srgbClr val="B6C3C4"/>
                </a:solidFill>
              </a:defRPr>
            </a:lvl8pPr>
            <a:lvl9pPr>
              <a:defRPr sz="1350" b="0">
                <a:solidFill>
                  <a:srgbClr val="B6C3C4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6C3C4"/>
                </a:solidFill>
              </a:defRPr>
            </a:pPr>
            <a:r>
              <a:rPr sz="1350" b="0">
                <a:solidFill>
                  <a:srgbClr val="B6C3C4"/>
                </a:solidFill>
              </a:rPr>
              <a:t>Waypoint state</a:t>
            </a:r>
          </a:p>
          <a:p xmlns:a="http://schemas.openxmlformats.org/drawingml/2006/main">
            <a:pPr>
              <a:defRPr sz="1350" b="0">
                <a:solidFill>
                  <a:srgbClr val="B6C3C4"/>
                </a:solidFill>
              </a:defRPr>
            </a:pPr>
            <a:r>
              <a:rPr sz="1350" b="0">
                <a:solidFill>
                  <a:srgbClr val="B6C3C4"/>
                </a:solidFill>
              </a:rPr>
              <a:t>Contact state</a:t>
            </a:r>
          </a:p>
          <a:p xmlns:a="http://schemas.openxmlformats.org/drawingml/2006/main">
            <a:pPr>
              <a:defRPr sz="1350" b="0">
                <a:solidFill>
                  <a:srgbClr val="B6C3C4"/>
                </a:solidFill>
              </a:defRPr>
            </a:pPr>
            <a:r>
              <a:rPr sz="1350" b="0">
                <a:solidFill>
                  <a:srgbClr val="B6C3C4"/>
                </a:solidFill>
              </a:rPr>
              <a:t>EW parameters</a:t>
            </a:r>
          </a:p>
          <a:p xmlns:a="http://schemas.openxmlformats.org/drawingml/2006/main">
            <a:pPr>
              <a:defRPr sz="1350" b="0">
                <a:solidFill>
                  <a:srgbClr val="B6C3C4"/>
                </a:solidFill>
              </a:defRPr>
            </a:pPr>
            <a:r>
              <a:rPr sz="1350" b="0">
                <a:solidFill>
                  <a:srgbClr val="B6C3C4"/>
                </a:solidFill>
              </a:rPr>
              <a:t>Prediction math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79CAB2-51FF-436F-A757-3C95E542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52625"/>
            <a:ext cx="3124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2"/>
          </a:solidFill>
          <a:ln xmlns:a="http://schemas.openxmlformats.org/drawingml/2006/main" w="9525">
            <a:solidFill>
              <a:srgbClr val="2843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53CB88-ED32-45B7-BAD8-4381F756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860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55C7BE"/>
                </a:solidFill>
              </a:defRPr>
            </a:defPPr>
            <a:lvl1pPr>
              <a:defRPr sz="1650" b="1">
                <a:solidFill>
                  <a:srgbClr val="55C7BE"/>
                </a:solidFill>
              </a:defRPr>
            </a:lvl1pPr>
            <a:lvl2pPr>
              <a:defRPr sz="1650" b="1">
                <a:solidFill>
                  <a:srgbClr val="55C7BE"/>
                </a:solidFill>
              </a:defRPr>
            </a:lvl2pPr>
            <a:lvl3pPr>
              <a:defRPr sz="1650" b="1">
                <a:solidFill>
                  <a:srgbClr val="55C7BE"/>
                </a:solidFill>
              </a:defRPr>
            </a:lvl3pPr>
            <a:lvl4pPr>
              <a:defRPr sz="1650" b="1">
                <a:solidFill>
                  <a:srgbClr val="55C7BE"/>
                </a:solidFill>
              </a:defRPr>
            </a:lvl4pPr>
            <a:lvl5pPr>
              <a:defRPr sz="1650" b="1">
                <a:solidFill>
                  <a:srgbClr val="55C7BE"/>
                </a:solidFill>
              </a:defRPr>
            </a:lvl5pPr>
            <a:lvl6pPr>
              <a:defRPr sz="1650" b="1">
                <a:solidFill>
                  <a:srgbClr val="55C7BE"/>
                </a:solidFill>
              </a:defRPr>
            </a:lvl6pPr>
            <a:lvl7pPr>
              <a:defRPr sz="1650" b="1">
                <a:solidFill>
                  <a:srgbClr val="55C7BE"/>
                </a:solidFill>
              </a:defRPr>
            </a:lvl7pPr>
            <a:lvl8pPr>
              <a:defRPr sz="1650" b="1">
                <a:solidFill>
                  <a:srgbClr val="55C7BE"/>
                </a:solidFill>
              </a:defRPr>
            </a:lvl8pPr>
            <a:lvl9pPr>
              <a:defRPr sz="1650" b="1">
                <a:solidFill>
                  <a:srgbClr val="55C7BE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55C7BE"/>
                </a:solidFill>
              </a:defRPr>
            </a:pPr>
            <a:r>
              <a:rPr sz="1650" b="1">
                <a:solidFill>
                  <a:srgbClr val="55C7BE"/>
                </a:solidFill>
              </a:rPr>
              <a:t>Output layer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002207-7193-4C43-B6C9-7ABA52B1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52725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919DD4-81EE-486F-91D8-D8900367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05150"/>
            <a:ext cx="2476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B6C3C4"/>
                </a:solidFill>
              </a:defRPr>
            </a:defPPr>
            <a:lvl1pPr>
              <a:defRPr sz="1350" b="0">
                <a:solidFill>
                  <a:srgbClr val="B6C3C4"/>
                </a:solidFill>
              </a:defRPr>
            </a:lvl1pPr>
            <a:lvl2pPr>
              <a:defRPr sz="1350" b="0">
                <a:solidFill>
                  <a:srgbClr val="B6C3C4"/>
                </a:solidFill>
              </a:defRPr>
            </a:lvl2pPr>
            <a:lvl3pPr>
              <a:defRPr sz="1350" b="0">
                <a:solidFill>
                  <a:srgbClr val="B6C3C4"/>
                </a:solidFill>
              </a:defRPr>
            </a:lvl3pPr>
            <a:lvl4pPr>
              <a:defRPr sz="1350" b="0">
                <a:solidFill>
                  <a:srgbClr val="B6C3C4"/>
                </a:solidFill>
              </a:defRPr>
            </a:lvl4pPr>
            <a:lvl5pPr>
              <a:defRPr sz="1350" b="0">
                <a:solidFill>
                  <a:srgbClr val="B6C3C4"/>
                </a:solidFill>
              </a:defRPr>
            </a:lvl5pPr>
            <a:lvl6pPr>
              <a:defRPr sz="1350" b="0">
                <a:solidFill>
                  <a:srgbClr val="B6C3C4"/>
                </a:solidFill>
              </a:defRPr>
            </a:lvl6pPr>
            <a:lvl7pPr>
              <a:defRPr sz="1350" b="0">
                <a:solidFill>
                  <a:srgbClr val="B6C3C4"/>
                </a:solidFill>
              </a:defRPr>
            </a:lvl7pPr>
            <a:lvl8pPr>
              <a:defRPr sz="1350" b="0">
                <a:solidFill>
                  <a:srgbClr val="B6C3C4"/>
                </a:solidFill>
              </a:defRPr>
            </a:lvl8pPr>
            <a:lvl9pPr>
              <a:defRPr sz="1350" b="0">
                <a:solidFill>
                  <a:srgbClr val="B6C3C4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6C3C4"/>
                </a:solidFill>
              </a:defRPr>
            </a:pPr>
            <a:r>
              <a:rPr sz="1350" b="0">
                <a:solidFill>
                  <a:srgbClr val="B6C3C4"/>
                </a:solidFill>
              </a:rPr>
              <a:t>Interactive map overlays</a:t>
            </a:r>
          </a:p>
          <a:p xmlns:a="http://schemas.openxmlformats.org/drawingml/2006/main">
            <a:pPr>
              <a:defRPr sz="1350" b="0">
                <a:solidFill>
                  <a:srgbClr val="B6C3C4"/>
                </a:solidFill>
              </a:defRPr>
            </a:pPr>
            <a:r>
              <a:rPr sz="1350" b="0">
                <a:solidFill>
                  <a:srgbClr val="B6C3C4"/>
                </a:solidFill>
              </a:rPr>
              <a:t>Audio notifications</a:t>
            </a:r>
          </a:p>
          <a:p xmlns:a="http://schemas.openxmlformats.org/drawingml/2006/main">
            <a:pPr>
              <a:defRPr sz="1350" b="0">
                <a:solidFill>
                  <a:srgbClr val="B6C3C4"/>
                </a:solidFill>
              </a:defRPr>
            </a:pPr>
            <a:r>
              <a:rPr sz="1350" b="0">
                <a:solidFill>
                  <a:srgbClr val="B6C3C4"/>
                </a:solidFill>
              </a:rPr>
              <a:t>CSV flight logs</a:t>
            </a:r>
          </a:p>
          <a:p xmlns:a="http://schemas.openxmlformats.org/drawingml/2006/main">
            <a:pPr>
              <a:defRPr sz="1350" b="0">
                <a:solidFill>
                  <a:srgbClr val="B6C3C4"/>
                </a:solidFill>
              </a:defRPr>
            </a:pPr>
            <a:r>
              <a:rPr sz="1350" b="0">
                <a:solidFill>
                  <a:srgbClr val="B6C3C4"/>
                </a:solidFill>
              </a:rPr>
              <a:t>Situation report export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3519EA-24FC-459B-AD7F-759898B0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D1DDD9"/>
                </a:solidFill>
              </a:defRPr>
            </a:defPPr>
            <a:lvl1pPr>
              <a:defRPr sz="1350" b="1">
                <a:solidFill>
                  <a:srgbClr val="D1DDD9"/>
                </a:solidFill>
              </a:defRPr>
            </a:lvl1pPr>
            <a:lvl2pPr>
              <a:defRPr sz="1350" b="1">
                <a:solidFill>
                  <a:srgbClr val="D1DDD9"/>
                </a:solidFill>
              </a:defRPr>
            </a:lvl2pPr>
            <a:lvl3pPr>
              <a:defRPr sz="1350" b="1">
                <a:solidFill>
                  <a:srgbClr val="D1DDD9"/>
                </a:solidFill>
              </a:defRPr>
            </a:lvl3pPr>
            <a:lvl4pPr>
              <a:defRPr sz="1350" b="1">
                <a:solidFill>
                  <a:srgbClr val="D1DDD9"/>
                </a:solidFill>
              </a:defRPr>
            </a:lvl4pPr>
            <a:lvl5pPr>
              <a:defRPr sz="1350" b="1">
                <a:solidFill>
                  <a:srgbClr val="D1DDD9"/>
                </a:solidFill>
              </a:defRPr>
            </a:lvl5pPr>
            <a:lvl6pPr>
              <a:defRPr sz="1350" b="1">
                <a:solidFill>
                  <a:srgbClr val="D1DDD9"/>
                </a:solidFill>
              </a:defRPr>
            </a:lvl6pPr>
            <a:lvl7pPr>
              <a:defRPr sz="1350" b="1">
                <a:solidFill>
                  <a:srgbClr val="D1DDD9"/>
                </a:solidFill>
              </a:defRPr>
            </a:lvl7pPr>
            <a:lvl8pPr>
              <a:defRPr sz="1350" b="1">
                <a:solidFill>
                  <a:srgbClr val="D1DDD9"/>
                </a:solidFill>
              </a:defRPr>
            </a:lvl8pPr>
            <a:lvl9pPr>
              <a:defRPr sz="1350" b="1">
                <a:solidFill>
                  <a:srgbClr val="D1DDD9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D1DDD9"/>
                </a:solidFill>
              </a:defRPr>
            </a:pPr>
            <a:r>
              <a:rPr sz="1350" b="1">
                <a:solidFill>
                  <a:srgbClr val="D1DDD9"/>
                </a:solidFill>
              </a:rPr>
              <a:t>No external credentials are required for the base geospatial experience described in the project README.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954063-3550-4DC2-9F5D-CBBCD8AC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81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7F9699"/>
                </a:solidFill>
              </a:defRPr>
            </a:defPPr>
            <a:lvl1pPr>
              <a:defRPr sz="825" b="1">
                <a:solidFill>
                  <a:srgbClr val="7F9699"/>
                </a:solidFill>
              </a:defRPr>
            </a:lvl1pPr>
            <a:lvl2pPr>
              <a:defRPr sz="825" b="1">
                <a:solidFill>
                  <a:srgbClr val="7F9699"/>
                </a:solidFill>
              </a:defRPr>
            </a:lvl2pPr>
            <a:lvl3pPr>
              <a:defRPr sz="825" b="1">
                <a:solidFill>
                  <a:srgbClr val="7F9699"/>
                </a:solidFill>
              </a:defRPr>
            </a:lvl3pPr>
            <a:lvl4pPr>
              <a:defRPr sz="825" b="1">
                <a:solidFill>
                  <a:srgbClr val="7F9699"/>
                </a:solidFill>
              </a:defRPr>
            </a:lvl4pPr>
            <a:lvl5pPr>
              <a:defRPr sz="825" b="1">
                <a:solidFill>
                  <a:srgbClr val="7F9699"/>
                </a:solidFill>
              </a:defRPr>
            </a:lvl5pPr>
            <a:lvl6pPr>
              <a:defRPr sz="825" b="1">
                <a:solidFill>
                  <a:srgbClr val="7F9699"/>
                </a:solidFill>
              </a:defRPr>
            </a:lvl6pPr>
            <a:lvl7pPr>
              <a:defRPr sz="825" b="1">
                <a:solidFill>
                  <a:srgbClr val="7F9699"/>
                </a:solidFill>
              </a:defRPr>
            </a:lvl7pPr>
            <a:lvl8pPr>
              <a:defRPr sz="825" b="1">
                <a:solidFill>
                  <a:srgbClr val="7F9699"/>
                </a:solidFill>
              </a:defRPr>
            </a:lvl8pPr>
            <a:lvl9pPr>
              <a:defRPr sz="825" b="1">
                <a:solidFill>
                  <a:srgbClr val="7F9699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7F9699"/>
                </a:solidFill>
              </a:defRPr>
            </a:pPr>
            <a:r>
              <a:rPr sz="825" b="1">
                <a:solidFill>
                  <a:srgbClr val="7F9699"/>
                </a:solidFill>
              </a:rPr>
              <a:t>AEGIS-C2  |  FALLING SUN 2026 × IMSEC GHAZIABAD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FF19E4-ED85-4D24-97D8-FE8726C3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865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7F9699"/>
                </a:solidFill>
              </a:defRPr>
            </a:defPPr>
            <a:lvl1pPr>
              <a:defRPr sz="825" b="1">
                <a:solidFill>
                  <a:srgbClr val="7F9699"/>
                </a:solidFill>
              </a:defRPr>
            </a:lvl1pPr>
            <a:lvl2pPr>
              <a:defRPr sz="825" b="1">
                <a:solidFill>
                  <a:srgbClr val="7F9699"/>
                </a:solidFill>
              </a:defRPr>
            </a:lvl2pPr>
            <a:lvl3pPr>
              <a:defRPr sz="825" b="1">
                <a:solidFill>
                  <a:srgbClr val="7F9699"/>
                </a:solidFill>
              </a:defRPr>
            </a:lvl3pPr>
            <a:lvl4pPr>
              <a:defRPr sz="825" b="1">
                <a:solidFill>
                  <a:srgbClr val="7F9699"/>
                </a:solidFill>
              </a:defRPr>
            </a:lvl4pPr>
            <a:lvl5pPr>
              <a:defRPr sz="825" b="1">
                <a:solidFill>
                  <a:srgbClr val="7F9699"/>
                </a:solidFill>
              </a:defRPr>
            </a:lvl5pPr>
            <a:lvl6pPr>
              <a:defRPr sz="825" b="1">
                <a:solidFill>
                  <a:srgbClr val="7F9699"/>
                </a:solidFill>
              </a:defRPr>
            </a:lvl6pPr>
            <a:lvl7pPr>
              <a:defRPr sz="825" b="1">
                <a:solidFill>
                  <a:srgbClr val="7F9699"/>
                </a:solidFill>
              </a:defRPr>
            </a:lvl7pPr>
            <a:lvl8pPr>
              <a:defRPr sz="825" b="1">
                <a:solidFill>
                  <a:srgbClr val="7F9699"/>
                </a:solidFill>
              </a:defRPr>
            </a:lvl8pPr>
            <a:lvl9pPr>
              <a:defRPr sz="825" b="1">
                <a:solidFill>
                  <a:srgbClr val="7F9699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7F9699"/>
                </a:solidFill>
              </a:defRPr>
            </a:pPr>
            <a:r>
              <a:rPr sz="825" b="1">
                <a:solidFill>
                  <a:srgbClr val="7F9699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284141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2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7E7307-ACDF-462F-A77C-E32E31F7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3F6F2"/>
                </a:solidFill>
              </a:defRPr>
            </a:defPPr>
            <a:lvl1pPr>
              <a:defRPr sz="2550" b="1">
                <a:solidFill>
                  <a:srgbClr val="F3F6F2"/>
                </a:solidFill>
              </a:defRPr>
            </a:lvl1pPr>
            <a:lvl2pPr>
              <a:defRPr sz="2550" b="1">
                <a:solidFill>
                  <a:srgbClr val="F3F6F2"/>
                </a:solidFill>
              </a:defRPr>
            </a:lvl2pPr>
            <a:lvl3pPr>
              <a:defRPr sz="2550" b="1">
                <a:solidFill>
                  <a:srgbClr val="F3F6F2"/>
                </a:solidFill>
              </a:defRPr>
            </a:lvl3pPr>
            <a:lvl4pPr>
              <a:defRPr sz="2550" b="1">
                <a:solidFill>
                  <a:srgbClr val="F3F6F2"/>
                </a:solidFill>
              </a:defRPr>
            </a:lvl4pPr>
            <a:lvl5pPr>
              <a:defRPr sz="2550" b="1">
                <a:solidFill>
                  <a:srgbClr val="F3F6F2"/>
                </a:solidFill>
              </a:defRPr>
            </a:lvl5pPr>
            <a:lvl6pPr>
              <a:defRPr sz="2550" b="1">
                <a:solidFill>
                  <a:srgbClr val="F3F6F2"/>
                </a:solidFill>
              </a:defRPr>
            </a:lvl6pPr>
            <a:lvl7pPr>
              <a:defRPr sz="2550" b="1">
                <a:solidFill>
                  <a:srgbClr val="F3F6F2"/>
                </a:solidFill>
              </a:defRPr>
            </a:lvl7pPr>
            <a:lvl8pPr>
              <a:defRPr sz="2550" b="1">
                <a:solidFill>
                  <a:srgbClr val="F3F6F2"/>
                </a:solidFill>
              </a:defRPr>
            </a:lvl8pPr>
            <a:lvl9pPr>
              <a:defRPr sz="2550" b="1">
                <a:solidFill>
                  <a:srgbClr val="F3F6F2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3F6F2"/>
                </a:solidFill>
              </a:defRPr>
            </a:pPr>
            <a:r>
              <a:rPr sz="2550" b="1">
                <a:solidFill>
                  <a:srgbClr val="F3F6F2"/>
                </a:solidFill>
              </a:rPr>
              <a:t>Live demonstration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A33680-8ECB-4F55-BA48-D04404E4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382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B6C3C4"/>
                </a:solidFill>
              </a:defRPr>
            </a:defPPr>
            <a:lvl1pPr>
              <a:defRPr sz="1200" b="0">
                <a:solidFill>
                  <a:srgbClr val="B6C3C4"/>
                </a:solidFill>
              </a:defRPr>
            </a:lvl1pPr>
            <a:lvl2pPr>
              <a:defRPr sz="1200" b="0">
                <a:solidFill>
                  <a:srgbClr val="B6C3C4"/>
                </a:solidFill>
              </a:defRPr>
            </a:lvl2pPr>
            <a:lvl3pPr>
              <a:defRPr sz="1200" b="0">
                <a:solidFill>
                  <a:srgbClr val="B6C3C4"/>
                </a:solidFill>
              </a:defRPr>
            </a:lvl3pPr>
            <a:lvl4pPr>
              <a:defRPr sz="1200" b="0">
                <a:solidFill>
                  <a:srgbClr val="B6C3C4"/>
                </a:solidFill>
              </a:defRPr>
            </a:lvl4pPr>
            <a:lvl5pPr>
              <a:defRPr sz="1200" b="0">
                <a:solidFill>
                  <a:srgbClr val="B6C3C4"/>
                </a:solidFill>
              </a:defRPr>
            </a:lvl5pPr>
            <a:lvl6pPr>
              <a:defRPr sz="1200" b="0">
                <a:solidFill>
                  <a:srgbClr val="B6C3C4"/>
                </a:solidFill>
              </a:defRPr>
            </a:lvl6pPr>
            <a:lvl7pPr>
              <a:defRPr sz="1200" b="0">
                <a:solidFill>
                  <a:srgbClr val="B6C3C4"/>
                </a:solidFill>
              </a:defRPr>
            </a:lvl7pPr>
            <a:lvl8pPr>
              <a:defRPr sz="1200" b="0">
                <a:solidFill>
                  <a:srgbClr val="B6C3C4"/>
                </a:solidFill>
              </a:defRPr>
            </a:lvl8pPr>
            <a:lvl9pPr>
              <a:defRPr sz="1200" b="0">
                <a:solidFill>
                  <a:srgbClr val="B6C3C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6C3C4"/>
                </a:solidFill>
              </a:defRPr>
            </a:pPr>
            <a:r>
              <a:rPr sz="1200" b="0">
                <a:solidFill>
                  <a:srgbClr val="B6C3C4"/>
                </a:solidFill>
              </a:rPr>
              <a:t>A short, judge-friendly flow showcases interactivity in under three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DDB6E3-657E-4DC0-A21E-90EEE0A6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27224A-27F9-4D03-A976-1D0D00F8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80975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2"/>
          </a:solidFill>
          <a:ln xmlns:a="http://schemas.openxmlformats.org/drawingml/2006/main" w="9525">
            <a:solidFill>
              <a:srgbClr val="2843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C01B40-4DE0-4F46-B84D-5431A387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F2B84B"/>
                </a:solidFill>
              </a:defRPr>
            </a:defPPr>
            <a:lvl1pPr>
              <a:defRPr sz="1950" b="1">
                <a:solidFill>
                  <a:srgbClr val="F2B84B"/>
                </a:solidFill>
              </a:defRPr>
            </a:lvl1pPr>
            <a:lvl2pPr>
              <a:defRPr sz="1950" b="1">
                <a:solidFill>
                  <a:srgbClr val="F2B84B"/>
                </a:solidFill>
              </a:defRPr>
            </a:lvl2pPr>
            <a:lvl3pPr>
              <a:defRPr sz="1950" b="1">
                <a:solidFill>
                  <a:srgbClr val="F2B84B"/>
                </a:solidFill>
              </a:defRPr>
            </a:lvl3pPr>
            <a:lvl4pPr>
              <a:defRPr sz="1950" b="1">
                <a:solidFill>
                  <a:srgbClr val="F2B84B"/>
                </a:solidFill>
              </a:defRPr>
            </a:lvl4pPr>
            <a:lvl5pPr>
              <a:defRPr sz="1950" b="1">
                <a:solidFill>
                  <a:srgbClr val="F2B84B"/>
                </a:solidFill>
              </a:defRPr>
            </a:lvl5pPr>
            <a:lvl6pPr>
              <a:defRPr sz="1950" b="1">
                <a:solidFill>
                  <a:srgbClr val="F2B84B"/>
                </a:solidFill>
              </a:defRPr>
            </a:lvl6pPr>
            <a:lvl7pPr>
              <a:defRPr sz="1950" b="1">
                <a:solidFill>
                  <a:srgbClr val="F2B84B"/>
                </a:solidFill>
              </a:defRPr>
            </a:lvl7pPr>
            <a:lvl8pPr>
              <a:defRPr sz="1950" b="1">
                <a:solidFill>
                  <a:srgbClr val="F2B84B"/>
                </a:solidFill>
              </a:defRPr>
            </a:lvl8pPr>
            <a:lvl9pPr>
              <a:defRPr sz="1950" b="1">
                <a:solidFill>
                  <a:srgbClr val="F2B84B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F2B84B"/>
                </a:solidFill>
              </a:defRPr>
            </a:pPr>
            <a:r>
              <a:rPr sz="1950" b="1">
                <a:solidFill>
                  <a:srgbClr val="F2B84B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F0369D-9DE0-482B-973C-FC76E266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F3F6F2"/>
                </a:solidFill>
              </a:defRPr>
            </a:defPPr>
            <a:lvl1pPr>
              <a:defRPr sz="1425" b="1">
                <a:solidFill>
                  <a:srgbClr val="F3F6F2"/>
                </a:solidFill>
              </a:defRPr>
            </a:lvl1pPr>
            <a:lvl2pPr>
              <a:defRPr sz="1425" b="1">
                <a:solidFill>
                  <a:srgbClr val="F3F6F2"/>
                </a:solidFill>
              </a:defRPr>
            </a:lvl2pPr>
            <a:lvl3pPr>
              <a:defRPr sz="1425" b="1">
                <a:solidFill>
                  <a:srgbClr val="F3F6F2"/>
                </a:solidFill>
              </a:defRPr>
            </a:lvl3pPr>
            <a:lvl4pPr>
              <a:defRPr sz="1425" b="1">
                <a:solidFill>
                  <a:srgbClr val="F3F6F2"/>
                </a:solidFill>
              </a:defRPr>
            </a:lvl4pPr>
            <a:lvl5pPr>
              <a:defRPr sz="1425" b="1">
                <a:solidFill>
                  <a:srgbClr val="F3F6F2"/>
                </a:solidFill>
              </a:defRPr>
            </a:lvl5pPr>
            <a:lvl6pPr>
              <a:defRPr sz="1425" b="1">
                <a:solidFill>
                  <a:srgbClr val="F3F6F2"/>
                </a:solidFill>
              </a:defRPr>
            </a:lvl6pPr>
            <a:lvl7pPr>
              <a:defRPr sz="1425" b="1">
                <a:solidFill>
                  <a:srgbClr val="F3F6F2"/>
                </a:solidFill>
              </a:defRPr>
            </a:lvl7pPr>
            <a:lvl8pPr>
              <a:defRPr sz="1425" b="1">
                <a:solidFill>
                  <a:srgbClr val="F3F6F2"/>
                </a:solidFill>
              </a:defRPr>
            </a:lvl8pPr>
            <a:lvl9pPr>
              <a:defRPr sz="1425" b="1">
                <a:solidFill>
                  <a:srgbClr val="F3F6F2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3F6F2"/>
                </a:solidFill>
              </a:defRPr>
            </a:pPr>
            <a:r>
              <a:rPr sz="1425" b="1">
                <a:solidFill>
                  <a:srgbClr val="F3F6F2"/>
                </a:solidFill>
              </a:rPr>
              <a:t>Acquire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A9D7B9-8080-4582-9908-F94C2C5E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B6C3C4"/>
                </a:solidFill>
              </a:defRPr>
            </a:defPPr>
            <a:lvl1pPr>
              <a:defRPr sz="1125" b="0">
                <a:solidFill>
                  <a:srgbClr val="B6C3C4"/>
                </a:solidFill>
              </a:defRPr>
            </a:lvl1pPr>
            <a:lvl2pPr>
              <a:defRPr sz="1125" b="0">
                <a:solidFill>
                  <a:srgbClr val="B6C3C4"/>
                </a:solidFill>
              </a:defRPr>
            </a:lvl2pPr>
            <a:lvl3pPr>
              <a:defRPr sz="1125" b="0">
                <a:solidFill>
                  <a:srgbClr val="B6C3C4"/>
                </a:solidFill>
              </a:defRPr>
            </a:lvl3pPr>
            <a:lvl4pPr>
              <a:defRPr sz="1125" b="0">
                <a:solidFill>
                  <a:srgbClr val="B6C3C4"/>
                </a:solidFill>
              </a:defRPr>
            </a:lvl4pPr>
            <a:lvl5pPr>
              <a:defRPr sz="1125" b="0">
                <a:solidFill>
                  <a:srgbClr val="B6C3C4"/>
                </a:solidFill>
              </a:defRPr>
            </a:lvl5pPr>
            <a:lvl6pPr>
              <a:defRPr sz="1125" b="0">
                <a:solidFill>
                  <a:srgbClr val="B6C3C4"/>
                </a:solidFill>
              </a:defRPr>
            </a:lvl6pPr>
            <a:lvl7pPr>
              <a:defRPr sz="1125" b="0">
                <a:solidFill>
                  <a:srgbClr val="B6C3C4"/>
                </a:solidFill>
              </a:defRPr>
            </a:lvl7pPr>
            <a:lvl8pPr>
              <a:defRPr sz="1125" b="0">
                <a:solidFill>
                  <a:srgbClr val="B6C3C4"/>
                </a:solidFill>
              </a:defRPr>
            </a:lvl8pPr>
            <a:lvl9pPr>
              <a:defRPr sz="1125" b="0">
                <a:solidFill>
                  <a:srgbClr val="B6C3C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6C3C4"/>
                </a:solidFill>
              </a:defRPr>
            </a:pPr>
            <a:r>
              <a:rPr sz="1125" b="0">
                <a:solidFill>
                  <a:srgbClr val="B6C3C4"/>
                </a:solidFill>
              </a:rPr>
              <a:t>Open the shared map and inspect available friendly assets.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3D4405-14FE-46FC-BC6E-2ED9446A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276600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55C7BE"/>
                </a:solidFill>
              </a:defRPr>
            </a:defPPr>
            <a:lvl1pPr>
              <a:defRPr sz="2025" b="1">
                <a:solidFill>
                  <a:srgbClr val="55C7BE"/>
                </a:solidFill>
              </a:defRPr>
            </a:lvl1pPr>
            <a:lvl2pPr>
              <a:defRPr sz="2025" b="1">
                <a:solidFill>
                  <a:srgbClr val="55C7BE"/>
                </a:solidFill>
              </a:defRPr>
            </a:lvl2pPr>
            <a:lvl3pPr>
              <a:defRPr sz="2025" b="1">
                <a:solidFill>
                  <a:srgbClr val="55C7BE"/>
                </a:solidFill>
              </a:defRPr>
            </a:lvl3pPr>
            <a:lvl4pPr>
              <a:defRPr sz="2025" b="1">
                <a:solidFill>
                  <a:srgbClr val="55C7BE"/>
                </a:solidFill>
              </a:defRPr>
            </a:lvl4pPr>
            <a:lvl5pPr>
              <a:defRPr sz="2025" b="1">
                <a:solidFill>
                  <a:srgbClr val="55C7BE"/>
                </a:solidFill>
              </a:defRPr>
            </a:lvl5pPr>
            <a:lvl6pPr>
              <a:defRPr sz="2025" b="1">
                <a:solidFill>
                  <a:srgbClr val="55C7BE"/>
                </a:solidFill>
              </a:defRPr>
            </a:lvl6pPr>
            <a:lvl7pPr>
              <a:defRPr sz="2025" b="1">
                <a:solidFill>
                  <a:srgbClr val="55C7BE"/>
                </a:solidFill>
              </a:defRPr>
            </a:lvl7pPr>
            <a:lvl8pPr>
              <a:defRPr sz="2025" b="1">
                <a:solidFill>
                  <a:srgbClr val="55C7BE"/>
                </a:solidFill>
              </a:defRPr>
            </a:lvl8pPr>
            <a:lvl9pPr>
              <a:defRPr sz="2025" b="1">
                <a:solidFill>
                  <a:srgbClr val="55C7BE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55C7BE"/>
                </a:solidFill>
              </a:defRPr>
            </a:pPr>
            <a:r>
              <a:rPr sz="2025" b="1">
                <a:solidFill>
                  <a:srgbClr val="55C7BE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BCC275-8D09-4802-8FEF-819F6302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209800"/>
            <a:ext cx="180975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2"/>
          </a:solidFill>
          <a:ln xmlns:a="http://schemas.openxmlformats.org/drawingml/2006/main" w="9525">
            <a:solidFill>
              <a:srgbClr val="2843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F4D048-ECF8-43AA-8E64-68195F6D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4574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F2B84B"/>
                </a:solidFill>
              </a:defRPr>
            </a:defPPr>
            <a:lvl1pPr>
              <a:defRPr sz="1950" b="1">
                <a:solidFill>
                  <a:srgbClr val="F2B84B"/>
                </a:solidFill>
              </a:defRPr>
            </a:lvl1pPr>
            <a:lvl2pPr>
              <a:defRPr sz="1950" b="1">
                <a:solidFill>
                  <a:srgbClr val="F2B84B"/>
                </a:solidFill>
              </a:defRPr>
            </a:lvl2pPr>
            <a:lvl3pPr>
              <a:defRPr sz="1950" b="1">
                <a:solidFill>
                  <a:srgbClr val="F2B84B"/>
                </a:solidFill>
              </a:defRPr>
            </a:lvl3pPr>
            <a:lvl4pPr>
              <a:defRPr sz="1950" b="1">
                <a:solidFill>
                  <a:srgbClr val="F2B84B"/>
                </a:solidFill>
              </a:defRPr>
            </a:lvl4pPr>
            <a:lvl5pPr>
              <a:defRPr sz="1950" b="1">
                <a:solidFill>
                  <a:srgbClr val="F2B84B"/>
                </a:solidFill>
              </a:defRPr>
            </a:lvl5pPr>
            <a:lvl6pPr>
              <a:defRPr sz="1950" b="1">
                <a:solidFill>
                  <a:srgbClr val="F2B84B"/>
                </a:solidFill>
              </a:defRPr>
            </a:lvl6pPr>
            <a:lvl7pPr>
              <a:defRPr sz="1950" b="1">
                <a:solidFill>
                  <a:srgbClr val="F2B84B"/>
                </a:solidFill>
              </a:defRPr>
            </a:lvl7pPr>
            <a:lvl8pPr>
              <a:defRPr sz="1950" b="1">
                <a:solidFill>
                  <a:srgbClr val="F2B84B"/>
                </a:solidFill>
              </a:defRPr>
            </a:lvl8pPr>
            <a:lvl9pPr>
              <a:defRPr sz="1950" b="1">
                <a:solidFill>
                  <a:srgbClr val="F2B84B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F2B84B"/>
                </a:solidFill>
              </a:defRPr>
            </a:pPr>
            <a:r>
              <a:rPr sz="1950" b="1">
                <a:solidFill>
                  <a:srgbClr val="F2B84B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3D5E4B-AE64-462A-8EA1-ABBF7462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0289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F3F6F2"/>
                </a:solidFill>
              </a:defRPr>
            </a:defPPr>
            <a:lvl1pPr>
              <a:defRPr sz="1425" b="1">
                <a:solidFill>
                  <a:srgbClr val="F3F6F2"/>
                </a:solidFill>
              </a:defRPr>
            </a:lvl1pPr>
            <a:lvl2pPr>
              <a:defRPr sz="1425" b="1">
                <a:solidFill>
                  <a:srgbClr val="F3F6F2"/>
                </a:solidFill>
              </a:defRPr>
            </a:lvl2pPr>
            <a:lvl3pPr>
              <a:defRPr sz="1425" b="1">
                <a:solidFill>
                  <a:srgbClr val="F3F6F2"/>
                </a:solidFill>
              </a:defRPr>
            </a:lvl3pPr>
            <a:lvl4pPr>
              <a:defRPr sz="1425" b="1">
                <a:solidFill>
                  <a:srgbClr val="F3F6F2"/>
                </a:solidFill>
              </a:defRPr>
            </a:lvl4pPr>
            <a:lvl5pPr>
              <a:defRPr sz="1425" b="1">
                <a:solidFill>
                  <a:srgbClr val="F3F6F2"/>
                </a:solidFill>
              </a:defRPr>
            </a:lvl5pPr>
            <a:lvl6pPr>
              <a:defRPr sz="1425" b="1">
                <a:solidFill>
                  <a:srgbClr val="F3F6F2"/>
                </a:solidFill>
              </a:defRPr>
            </a:lvl6pPr>
            <a:lvl7pPr>
              <a:defRPr sz="1425" b="1">
                <a:solidFill>
                  <a:srgbClr val="F3F6F2"/>
                </a:solidFill>
              </a:defRPr>
            </a:lvl7pPr>
            <a:lvl8pPr>
              <a:defRPr sz="1425" b="1">
                <a:solidFill>
                  <a:srgbClr val="F3F6F2"/>
                </a:solidFill>
              </a:defRPr>
            </a:lvl8pPr>
            <a:lvl9pPr>
              <a:defRPr sz="1425" b="1">
                <a:solidFill>
                  <a:srgbClr val="F3F6F2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3F6F2"/>
                </a:solidFill>
              </a:defRPr>
            </a:pPr>
            <a:r>
              <a:rPr sz="1425" b="1">
                <a:solidFill>
                  <a:srgbClr val="F3F6F2"/>
                </a:solidFill>
              </a:rPr>
              <a:t>Plan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D2AE8E-26CA-4EC0-A7D7-D61C529C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476625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B6C3C4"/>
                </a:solidFill>
              </a:defRPr>
            </a:defPPr>
            <a:lvl1pPr>
              <a:defRPr sz="1125" b="0">
                <a:solidFill>
                  <a:srgbClr val="B6C3C4"/>
                </a:solidFill>
              </a:defRPr>
            </a:lvl1pPr>
            <a:lvl2pPr>
              <a:defRPr sz="1125" b="0">
                <a:solidFill>
                  <a:srgbClr val="B6C3C4"/>
                </a:solidFill>
              </a:defRPr>
            </a:lvl2pPr>
            <a:lvl3pPr>
              <a:defRPr sz="1125" b="0">
                <a:solidFill>
                  <a:srgbClr val="B6C3C4"/>
                </a:solidFill>
              </a:defRPr>
            </a:lvl3pPr>
            <a:lvl4pPr>
              <a:defRPr sz="1125" b="0">
                <a:solidFill>
                  <a:srgbClr val="B6C3C4"/>
                </a:solidFill>
              </a:defRPr>
            </a:lvl4pPr>
            <a:lvl5pPr>
              <a:defRPr sz="1125" b="0">
                <a:solidFill>
                  <a:srgbClr val="B6C3C4"/>
                </a:solidFill>
              </a:defRPr>
            </a:lvl5pPr>
            <a:lvl6pPr>
              <a:defRPr sz="1125" b="0">
                <a:solidFill>
                  <a:srgbClr val="B6C3C4"/>
                </a:solidFill>
              </a:defRPr>
            </a:lvl6pPr>
            <a:lvl7pPr>
              <a:defRPr sz="1125" b="0">
                <a:solidFill>
                  <a:srgbClr val="B6C3C4"/>
                </a:solidFill>
              </a:defRPr>
            </a:lvl7pPr>
            <a:lvl8pPr>
              <a:defRPr sz="1125" b="0">
                <a:solidFill>
                  <a:srgbClr val="B6C3C4"/>
                </a:solidFill>
              </a:defRPr>
            </a:lvl8pPr>
            <a:lvl9pPr>
              <a:defRPr sz="1125" b="0">
                <a:solidFill>
                  <a:srgbClr val="B6C3C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6C3C4"/>
                </a:solidFill>
              </a:defRPr>
            </a:pPr>
            <a:r>
              <a:rPr sz="1125" b="0">
                <a:solidFill>
                  <a:srgbClr val="B6C3C4"/>
                </a:solidFill>
              </a:rPr>
              <a:t>Plot a multi-waypoint corridor and start an autonomous mission.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829B5D-9750-4733-9C6B-E4FD2CFF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76600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55C7BE"/>
                </a:solidFill>
              </a:defRPr>
            </a:defPPr>
            <a:lvl1pPr>
              <a:defRPr sz="2025" b="1">
                <a:solidFill>
                  <a:srgbClr val="55C7BE"/>
                </a:solidFill>
              </a:defRPr>
            </a:lvl1pPr>
            <a:lvl2pPr>
              <a:defRPr sz="2025" b="1">
                <a:solidFill>
                  <a:srgbClr val="55C7BE"/>
                </a:solidFill>
              </a:defRPr>
            </a:lvl2pPr>
            <a:lvl3pPr>
              <a:defRPr sz="2025" b="1">
                <a:solidFill>
                  <a:srgbClr val="55C7BE"/>
                </a:solidFill>
              </a:defRPr>
            </a:lvl3pPr>
            <a:lvl4pPr>
              <a:defRPr sz="2025" b="1">
                <a:solidFill>
                  <a:srgbClr val="55C7BE"/>
                </a:solidFill>
              </a:defRPr>
            </a:lvl4pPr>
            <a:lvl5pPr>
              <a:defRPr sz="2025" b="1">
                <a:solidFill>
                  <a:srgbClr val="55C7BE"/>
                </a:solidFill>
              </a:defRPr>
            </a:lvl5pPr>
            <a:lvl6pPr>
              <a:defRPr sz="2025" b="1">
                <a:solidFill>
                  <a:srgbClr val="55C7BE"/>
                </a:solidFill>
              </a:defRPr>
            </a:lvl6pPr>
            <a:lvl7pPr>
              <a:defRPr sz="2025" b="1">
                <a:solidFill>
                  <a:srgbClr val="55C7BE"/>
                </a:solidFill>
              </a:defRPr>
            </a:lvl7pPr>
            <a:lvl8pPr>
              <a:defRPr sz="2025" b="1">
                <a:solidFill>
                  <a:srgbClr val="55C7BE"/>
                </a:solidFill>
              </a:defRPr>
            </a:lvl8pPr>
            <a:lvl9pPr>
              <a:defRPr sz="2025" b="1">
                <a:solidFill>
                  <a:srgbClr val="55C7BE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55C7BE"/>
                </a:solidFill>
              </a:defRPr>
            </a:pPr>
            <a:r>
              <a:rPr sz="2025" b="1">
                <a:solidFill>
                  <a:srgbClr val="55C7BE"/>
                </a:solidFill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11DF6E-BFC0-4093-80C3-A6EEA3C3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209800"/>
            <a:ext cx="180975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2"/>
          </a:solidFill>
          <a:ln xmlns:a="http://schemas.openxmlformats.org/drawingml/2006/main" w="9525">
            <a:solidFill>
              <a:srgbClr val="2843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69C863-4147-4436-9194-A3C983D4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574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F2B84B"/>
                </a:solidFill>
              </a:defRPr>
            </a:defPPr>
            <a:lvl1pPr>
              <a:defRPr sz="1950" b="1">
                <a:solidFill>
                  <a:srgbClr val="F2B84B"/>
                </a:solidFill>
              </a:defRPr>
            </a:lvl1pPr>
            <a:lvl2pPr>
              <a:defRPr sz="1950" b="1">
                <a:solidFill>
                  <a:srgbClr val="F2B84B"/>
                </a:solidFill>
              </a:defRPr>
            </a:lvl2pPr>
            <a:lvl3pPr>
              <a:defRPr sz="1950" b="1">
                <a:solidFill>
                  <a:srgbClr val="F2B84B"/>
                </a:solidFill>
              </a:defRPr>
            </a:lvl3pPr>
            <a:lvl4pPr>
              <a:defRPr sz="1950" b="1">
                <a:solidFill>
                  <a:srgbClr val="F2B84B"/>
                </a:solidFill>
              </a:defRPr>
            </a:lvl4pPr>
            <a:lvl5pPr>
              <a:defRPr sz="1950" b="1">
                <a:solidFill>
                  <a:srgbClr val="F2B84B"/>
                </a:solidFill>
              </a:defRPr>
            </a:lvl5pPr>
            <a:lvl6pPr>
              <a:defRPr sz="1950" b="1">
                <a:solidFill>
                  <a:srgbClr val="F2B84B"/>
                </a:solidFill>
              </a:defRPr>
            </a:lvl6pPr>
            <a:lvl7pPr>
              <a:defRPr sz="1950" b="1">
                <a:solidFill>
                  <a:srgbClr val="F2B84B"/>
                </a:solidFill>
              </a:defRPr>
            </a:lvl7pPr>
            <a:lvl8pPr>
              <a:defRPr sz="1950" b="1">
                <a:solidFill>
                  <a:srgbClr val="F2B84B"/>
                </a:solidFill>
              </a:defRPr>
            </a:lvl8pPr>
            <a:lvl9pPr>
              <a:defRPr sz="1950" b="1">
                <a:solidFill>
                  <a:srgbClr val="F2B84B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F2B84B"/>
                </a:solidFill>
              </a:defRPr>
            </a:pPr>
            <a:r>
              <a:rPr sz="1950" b="1">
                <a:solidFill>
                  <a:srgbClr val="F2B84B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7907BB-5889-4C37-A0C4-03860DD8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0289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F3F6F2"/>
                </a:solidFill>
              </a:defRPr>
            </a:defPPr>
            <a:lvl1pPr>
              <a:defRPr sz="1425" b="1">
                <a:solidFill>
                  <a:srgbClr val="F3F6F2"/>
                </a:solidFill>
              </a:defRPr>
            </a:lvl1pPr>
            <a:lvl2pPr>
              <a:defRPr sz="1425" b="1">
                <a:solidFill>
                  <a:srgbClr val="F3F6F2"/>
                </a:solidFill>
              </a:defRPr>
            </a:lvl2pPr>
            <a:lvl3pPr>
              <a:defRPr sz="1425" b="1">
                <a:solidFill>
                  <a:srgbClr val="F3F6F2"/>
                </a:solidFill>
              </a:defRPr>
            </a:lvl3pPr>
            <a:lvl4pPr>
              <a:defRPr sz="1425" b="1">
                <a:solidFill>
                  <a:srgbClr val="F3F6F2"/>
                </a:solidFill>
              </a:defRPr>
            </a:lvl4pPr>
            <a:lvl5pPr>
              <a:defRPr sz="1425" b="1">
                <a:solidFill>
                  <a:srgbClr val="F3F6F2"/>
                </a:solidFill>
              </a:defRPr>
            </a:lvl5pPr>
            <a:lvl6pPr>
              <a:defRPr sz="1425" b="1">
                <a:solidFill>
                  <a:srgbClr val="F3F6F2"/>
                </a:solidFill>
              </a:defRPr>
            </a:lvl6pPr>
            <a:lvl7pPr>
              <a:defRPr sz="1425" b="1">
                <a:solidFill>
                  <a:srgbClr val="F3F6F2"/>
                </a:solidFill>
              </a:defRPr>
            </a:lvl7pPr>
            <a:lvl8pPr>
              <a:defRPr sz="1425" b="1">
                <a:solidFill>
                  <a:srgbClr val="F3F6F2"/>
                </a:solidFill>
              </a:defRPr>
            </a:lvl8pPr>
            <a:lvl9pPr>
              <a:defRPr sz="1425" b="1">
                <a:solidFill>
                  <a:srgbClr val="F3F6F2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3F6F2"/>
                </a:solidFill>
              </a:defRPr>
            </a:pPr>
            <a:r>
              <a:rPr sz="1425" b="1">
                <a:solidFill>
                  <a:srgbClr val="F3F6F2"/>
                </a:solidFill>
              </a:rPr>
              <a:t>Observe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048A10-74B8-4616-99F4-EAB788DD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476625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B6C3C4"/>
                </a:solidFill>
              </a:defRPr>
            </a:defPPr>
            <a:lvl1pPr>
              <a:defRPr sz="1125" b="0">
                <a:solidFill>
                  <a:srgbClr val="B6C3C4"/>
                </a:solidFill>
              </a:defRPr>
            </a:lvl1pPr>
            <a:lvl2pPr>
              <a:defRPr sz="1125" b="0">
                <a:solidFill>
                  <a:srgbClr val="B6C3C4"/>
                </a:solidFill>
              </a:defRPr>
            </a:lvl2pPr>
            <a:lvl3pPr>
              <a:defRPr sz="1125" b="0">
                <a:solidFill>
                  <a:srgbClr val="B6C3C4"/>
                </a:solidFill>
              </a:defRPr>
            </a:lvl3pPr>
            <a:lvl4pPr>
              <a:defRPr sz="1125" b="0">
                <a:solidFill>
                  <a:srgbClr val="B6C3C4"/>
                </a:solidFill>
              </a:defRPr>
            </a:lvl4pPr>
            <a:lvl5pPr>
              <a:defRPr sz="1125" b="0">
                <a:solidFill>
                  <a:srgbClr val="B6C3C4"/>
                </a:solidFill>
              </a:defRPr>
            </a:lvl5pPr>
            <a:lvl6pPr>
              <a:defRPr sz="1125" b="0">
                <a:solidFill>
                  <a:srgbClr val="B6C3C4"/>
                </a:solidFill>
              </a:defRPr>
            </a:lvl6pPr>
            <a:lvl7pPr>
              <a:defRPr sz="1125" b="0">
                <a:solidFill>
                  <a:srgbClr val="B6C3C4"/>
                </a:solidFill>
              </a:defRPr>
            </a:lvl7pPr>
            <a:lvl8pPr>
              <a:defRPr sz="1125" b="0">
                <a:solidFill>
                  <a:srgbClr val="B6C3C4"/>
                </a:solidFill>
              </a:defRPr>
            </a:lvl8pPr>
            <a:lvl9pPr>
              <a:defRPr sz="1125" b="0">
                <a:solidFill>
                  <a:srgbClr val="B6C3C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6C3C4"/>
                </a:solidFill>
              </a:defRPr>
            </a:pPr>
            <a:r>
              <a:rPr sz="1125" b="0">
                <a:solidFill>
                  <a:srgbClr val="B6C3C4"/>
                </a:solidFill>
              </a:rPr>
              <a:t>Enable an optical filter and review changing telemetry.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8B7602-54FE-419A-8998-A616E891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276600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55C7BE"/>
                </a:solidFill>
              </a:defRPr>
            </a:defPPr>
            <a:lvl1pPr>
              <a:defRPr sz="2025" b="1">
                <a:solidFill>
                  <a:srgbClr val="55C7BE"/>
                </a:solidFill>
              </a:defRPr>
            </a:lvl1pPr>
            <a:lvl2pPr>
              <a:defRPr sz="2025" b="1">
                <a:solidFill>
                  <a:srgbClr val="55C7BE"/>
                </a:solidFill>
              </a:defRPr>
            </a:lvl2pPr>
            <a:lvl3pPr>
              <a:defRPr sz="2025" b="1">
                <a:solidFill>
                  <a:srgbClr val="55C7BE"/>
                </a:solidFill>
              </a:defRPr>
            </a:lvl3pPr>
            <a:lvl4pPr>
              <a:defRPr sz="2025" b="1">
                <a:solidFill>
                  <a:srgbClr val="55C7BE"/>
                </a:solidFill>
              </a:defRPr>
            </a:lvl4pPr>
            <a:lvl5pPr>
              <a:defRPr sz="2025" b="1">
                <a:solidFill>
                  <a:srgbClr val="55C7BE"/>
                </a:solidFill>
              </a:defRPr>
            </a:lvl5pPr>
            <a:lvl6pPr>
              <a:defRPr sz="2025" b="1">
                <a:solidFill>
                  <a:srgbClr val="55C7BE"/>
                </a:solidFill>
              </a:defRPr>
            </a:lvl6pPr>
            <a:lvl7pPr>
              <a:defRPr sz="2025" b="1">
                <a:solidFill>
                  <a:srgbClr val="55C7BE"/>
                </a:solidFill>
              </a:defRPr>
            </a:lvl7pPr>
            <a:lvl8pPr>
              <a:defRPr sz="2025" b="1">
                <a:solidFill>
                  <a:srgbClr val="55C7BE"/>
                </a:solidFill>
              </a:defRPr>
            </a:lvl8pPr>
            <a:lvl9pPr>
              <a:defRPr sz="2025" b="1">
                <a:solidFill>
                  <a:srgbClr val="55C7BE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55C7BE"/>
                </a:solidFill>
              </a:defRPr>
            </a:pPr>
            <a:r>
              <a:rPr sz="2025" b="1">
                <a:solidFill>
                  <a:srgbClr val="55C7BE"/>
                </a:solidFill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2FA03B-C75E-45A6-B357-89BB61FB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209800"/>
            <a:ext cx="180975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2"/>
          </a:solidFill>
          <a:ln xmlns:a="http://schemas.openxmlformats.org/drawingml/2006/main" w="9525">
            <a:solidFill>
              <a:srgbClr val="2843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8A3916-77E6-4A2B-9F02-294C478B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4574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F2B84B"/>
                </a:solidFill>
              </a:defRPr>
            </a:defPPr>
            <a:lvl1pPr>
              <a:defRPr sz="1950" b="1">
                <a:solidFill>
                  <a:srgbClr val="F2B84B"/>
                </a:solidFill>
              </a:defRPr>
            </a:lvl1pPr>
            <a:lvl2pPr>
              <a:defRPr sz="1950" b="1">
                <a:solidFill>
                  <a:srgbClr val="F2B84B"/>
                </a:solidFill>
              </a:defRPr>
            </a:lvl2pPr>
            <a:lvl3pPr>
              <a:defRPr sz="1950" b="1">
                <a:solidFill>
                  <a:srgbClr val="F2B84B"/>
                </a:solidFill>
              </a:defRPr>
            </a:lvl3pPr>
            <a:lvl4pPr>
              <a:defRPr sz="1950" b="1">
                <a:solidFill>
                  <a:srgbClr val="F2B84B"/>
                </a:solidFill>
              </a:defRPr>
            </a:lvl4pPr>
            <a:lvl5pPr>
              <a:defRPr sz="1950" b="1">
                <a:solidFill>
                  <a:srgbClr val="F2B84B"/>
                </a:solidFill>
              </a:defRPr>
            </a:lvl5pPr>
            <a:lvl6pPr>
              <a:defRPr sz="1950" b="1">
                <a:solidFill>
                  <a:srgbClr val="F2B84B"/>
                </a:solidFill>
              </a:defRPr>
            </a:lvl6pPr>
            <a:lvl7pPr>
              <a:defRPr sz="1950" b="1">
                <a:solidFill>
                  <a:srgbClr val="F2B84B"/>
                </a:solidFill>
              </a:defRPr>
            </a:lvl7pPr>
            <a:lvl8pPr>
              <a:defRPr sz="1950" b="1">
                <a:solidFill>
                  <a:srgbClr val="F2B84B"/>
                </a:solidFill>
              </a:defRPr>
            </a:lvl8pPr>
            <a:lvl9pPr>
              <a:defRPr sz="1950" b="1">
                <a:solidFill>
                  <a:srgbClr val="F2B84B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F2B84B"/>
                </a:solidFill>
              </a:defRPr>
            </a:pPr>
            <a:r>
              <a:rPr sz="1950" b="1">
                <a:solidFill>
                  <a:srgbClr val="F2B84B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5953C7-73FB-49BB-9BD9-CE1B8A88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0289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F3F6F2"/>
                </a:solidFill>
              </a:defRPr>
            </a:defPPr>
            <a:lvl1pPr>
              <a:defRPr sz="1425" b="1">
                <a:solidFill>
                  <a:srgbClr val="F3F6F2"/>
                </a:solidFill>
              </a:defRPr>
            </a:lvl1pPr>
            <a:lvl2pPr>
              <a:defRPr sz="1425" b="1">
                <a:solidFill>
                  <a:srgbClr val="F3F6F2"/>
                </a:solidFill>
              </a:defRPr>
            </a:lvl2pPr>
            <a:lvl3pPr>
              <a:defRPr sz="1425" b="1">
                <a:solidFill>
                  <a:srgbClr val="F3F6F2"/>
                </a:solidFill>
              </a:defRPr>
            </a:lvl3pPr>
            <a:lvl4pPr>
              <a:defRPr sz="1425" b="1">
                <a:solidFill>
                  <a:srgbClr val="F3F6F2"/>
                </a:solidFill>
              </a:defRPr>
            </a:lvl4pPr>
            <a:lvl5pPr>
              <a:defRPr sz="1425" b="1">
                <a:solidFill>
                  <a:srgbClr val="F3F6F2"/>
                </a:solidFill>
              </a:defRPr>
            </a:lvl5pPr>
            <a:lvl6pPr>
              <a:defRPr sz="1425" b="1">
                <a:solidFill>
                  <a:srgbClr val="F3F6F2"/>
                </a:solidFill>
              </a:defRPr>
            </a:lvl6pPr>
            <a:lvl7pPr>
              <a:defRPr sz="1425" b="1">
                <a:solidFill>
                  <a:srgbClr val="F3F6F2"/>
                </a:solidFill>
              </a:defRPr>
            </a:lvl7pPr>
            <a:lvl8pPr>
              <a:defRPr sz="1425" b="1">
                <a:solidFill>
                  <a:srgbClr val="F3F6F2"/>
                </a:solidFill>
              </a:defRPr>
            </a:lvl8pPr>
            <a:lvl9pPr>
              <a:defRPr sz="1425" b="1">
                <a:solidFill>
                  <a:srgbClr val="F3F6F2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3F6F2"/>
                </a:solidFill>
              </a:defRPr>
            </a:pPr>
            <a:r>
              <a:rPr sz="1425" b="1">
                <a:solidFill>
                  <a:srgbClr val="F3F6F2"/>
                </a:solidFill>
              </a:rPr>
              <a:t>Respond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34885D-91C2-493C-A314-36F35298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476625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B6C3C4"/>
                </a:solidFill>
              </a:defRPr>
            </a:defPPr>
            <a:lvl1pPr>
              <a:defRPr sz="1125" b="0">
                <a:solidFill>
                  <a:srgbClr val="B6C3C4"/>
                </a:solidFill>
              </a:defRPr>
            </a:lvl1pPr>
            <a:lvl2pPr>
              <a:defRPr sz="1125" b="0">
                <a:solidFill>
                  <a:srgbClr val="B6C3C4"/>
                </a:solidFill>
              </a:defRPr>
            </a:lvl2pPr>
            <a:lvl3pPr>
              <a:defRPr sz="1125" b="0">
                <a:solidFill>
                  <a:srgbClr val="B6C3C4"/>
                </a:solidFill>
              </a:defRPr>
            </a:lvl3pPr>
            <a:lvl4pPr>
              <a:defRPr sz="1125" b="0">
                <a:solidFill>
                  <a:srgbClr val="B6C3C4"/>
                </a:solidFill>
              </a:defRPr>
            </a:lvl4pPr>
            <a:lvl5pPr>
              <a:defRPr sz="1125" b="0">
                <a:solidFill>
                  <a:srgbClr val="B6C3C4"/>
                </a:solidFill>
              </a:defRPr>
            </a:lvl5pPr>
            <a:lvl6pPr>
              <a:defRPr sz="1125" b="0">
                <a:solidFill>
                  <a:srgbClr val="B6C3C4"/>
                </a:solidFill>
              </a:defRPr>
            </a:lvl6pPr>
            <a:lvl7pPr>
              <a:defRPr sz="1125" b="0">
                <a:solidFill>
                  <a:srgbClr val="B6C3C4"/>
                </a:solidFill>
              </a:defRPr>
            </a:lvl7pPr>
            <a:lvl8pPr>
              <a:defRPr sz="1125" b="0">
                <a:solidFill>
                  <a:srgbClr val="B6C3C4"/>
                </a:solidFill>
              </a:defRPr>
            </a:lvl8pPr>
            <a:lvl9pPr>
              <a:defRPr sz="1125" b="0">
                <a:solidFill>
                  <a:srgbClr val="B6C3C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6C3C4"/>
                </a:solidFill>
              </a:defRPr>
            </a:pPr>
            <a:r>
              <a:rPr sz="1125" b="0">
                <a:solidFill>
                  <a:srgbClr val="B6C3C4"/>
                </a:solidFill>
              </a:rPr>
              <a:t>Inject a map contact, display the grid reference and scramble VAJRA-02.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448FF4-3276-423C-8E5D-A63B03E8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76600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55C7BE"/>
                </a:solidFill>
              </a:defRPr>
            </a:defPPr>
            <a:lvl1pPr>
              <a:defRPr sz="2025" b="1">
                <a:solidFill>
                  <a:srgbClr val="55C7BE"/>
                </a:solidFill>
              </a:defRPr>
            </a:lvl1pPr>
            <a:lvl2pPr>
              <a:defRPr sz="2025" b="1">
                <a:solidFill>
                  <a:srgbClr val="55C7BE"/>
                </a:solidFill>
              </a:defRPr>
            </a:lvl2pPr>
            <a:lvl3pPr>
              <a:defRPr sz="2025" b="1">
                <a:solidFill>
                  <a:srgbClr val="55C7BE"/>
                </a:solidFill>
              </a:defRPr>
            </a:lvl3pPr>
            <a:lvl4pPr>
              <a:defRPr sz="2025" b="1">
                <a:solidFill>
                  <a:srgbClr val="55C7BE"/>
                </a:solidFill>
              </a:defRPr>
            </a:lvl4pPr>
            <a:lvl5pPr>
              <a:defRPr sz="2025" b="1">
                <a:solidFill>
                  <a:srgbClr val="55C7BE"/>
                </a:solidFill>
              </a:defRPr>
            </a:lvl5pPr>
            <a:lvl6pPr>
              <a:defRPr sz="2025" b="1">
                <a:solidFill>
                  <a:srgbClr val="55C7BE"/>
                </a:solidFill>
              </a:defRPr>
            </a:lvl6pPr>
            <a:lvl7pPr>
              <a:defRPr sz="2025" b="1">
                <a:solidFill>
                  <a:srgbClr val="55C7BE"/>
                </a:solidFill>
              </a:defRPr>
            </a:lvl7pPr>
            <a:lvl8pPr>
              <a:defRPr sz="2025" b="1">
                <a:solidFill>
                  <a:srgbClr val="55C7BE"/>
                </a:solidFill>
              </a:defRPr>
            </a:lvl8pPr>
            <a:lvl9pPr>
              <a:defRPr sz="2025" b="1">
                <a:solidFill>
                  <a:srgbClr val="55C7BE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55C7BE"/>
                </a:solidFill>
              </a:defRPr>
            </a:pPr>
            <a:r>
              <a:rPr sz="2025" b="1">
                <a:solidFill>
                  <a:srgbClr val="55C7BE"/>
                </a:solidFill>
              </a:rPr>
              <a:t>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14AEDB-D008-465E-95D8-51D2802B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09800"/>
            <a:ext cx="180975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2"/>
          </a:solidFill>
          <a:ln xmlns:a="http://schemas.openxmlformats.org/drawingml/2006/main" w="9525">
            <a:solidFill>
              <a:srgbClr val="2843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82A4E7-1D03-4853-B525-AC3AB85F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574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F2B84B"/>
                </a:solidFill>
              </a:defRPr>
            </a:defPPr>
            <a:lvl1pPr>
              <a:defRPr sz="1950" b="1">
                <a:solidFill>
                  <a:srgbClr val="F2B84B"/>
                </a:solidFill>
              </a:defRPr>
            </a:lvl1pPr>
            <a:lvl2pPr>
              <a:defRPr sz="1950" b="1">
                <a:solidFill>
                  <a:srgbClr val="F2B84B"/>
                </a:solidFill>
              </a:defRPr>
            </a:lvl2pPr>
            <a:lvl3pPr>
              <a:defRPr sz="1950" b="1">
                <a:solidFill>
                  <a:srgbClr val="F2B84B"/>
                </a:solidFill>
              </a:defRPr>
            </a:lvl3pPr>
            <a:lvl4pPr>
              <a:defRPr sz="1950" b="1">
                <a:solidFill>
                  <a:srgbClr val="F2B84B"/>
                </a:solidFill>
              </a:defRPr>
            </a:lvl4pPr>
            <a:lvl5pPr>
              <a:defRPr sz="1950" b="1">
                <a:solidFill>
                  <a:srgbClr val="F2B84B"/>
                </a:solidFill>
              </a:defRPr>
            </a:lvl5pPr>
            <a:lvl6pPr>
              <a:defRPr sz="1950" b="1">
                <a:solidFill>
                  <a:srgbClr val="F2B84B"/>
                </a:solidFill>
              </a:defRPr>
            </a:lvl6pPr>
            <a:lvl7pPr>
              <a:defRPr sz="1950" b="1">
                <a:solidFill>
                  <a:srgbClr val="F2B84B"/>
                </a:solidFill>
              </a:defRPr>
            </a:lvl7pPr>
            <a:lvl8pPr>
              <a:defRPr sz="1950" b="1">
                <a:solidFill>
                  <a:srgbClr val="F2B84B"/>
                </a:solidFill>
              </a:defRPr>
            </a:lvl8pPr>
            <a:lvl9pPr>
              <a:defRPr sz="1950" b="1">
                <a:solidFill>
                  <a:srgbClr val="F2B84B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F2B84B"/>
                </a:solidFill>
              </a:defRPr>
            </a:pPr>
            <a:r>
              <a:rPr sz="1950" b="1">
                <a:solidFill>
                  <a:srgbClr val="F2B84B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C8F5F0-3F03-4B43-BF81-FD6F6C02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289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F3F6F2"/>
                </a:solidFill>
              </a:defRPr>
            </a:defPPr>
            <a:lvl1pPr>
              <a:defRPr sz="1425" b="1">
                <a:solidFill>
                  <a:srgbClr val="F3F6F2"/>
                </a:solidFill>
              </a:defRPr>
            </a:lvl1pPr>
            <a:lvl2pPr>
              <a:defRPr sz="1425" b="1">
                <a:solidFill>
                  <a:srgbClr val="F3F6F2"/>
                </a:solidFill>
              </a:defRPr>
            </a:lvl2pPr>
            <a:lvl3pPr>
              <a:defRPr sz="1425" b="1">
                <a:solidFill>
                  <a:srgbClr val="F3F6F2"/>
                </a:solidFill>
              </a:defRPr>
            </a:lvl3pPr>
            <a:lvl4pPr>
              <a:defRPr sz="1425" b="1">
                <a:solidFill>
                  <a:srgbClr val="F3F6F2"/>
                </a:solidFill>
              </a:defRPr>
            </a:lvl4pPr>
            <a:lvl5pPr>
              <a:defRPr sz="1425" b="1">
                <a:solidFill>
                  <a:srgbClr val="F3F6F2"/>
                </a:solidFill>
              </a:defRPr>
            </a:lvl5pPr>
            <a:lvl6pPr>
              <a:defRPr sz="1425" b="1">
                <a:solidFill>
                  <a:srgbClr val="F3F6F2"/>
                </a:solidFill>
              </a:defRPr>
            </a:lvl6pPr>
            <a:lvl7pPr>
              <a:defRPr sz="1425" b="1">
                <a:solidFill>
                  <a:srgbClr val="F3F6F2"/>
                </a:solidFill>
              </a:defRPr>
            </a:lvl7pPr>
            <a:lvl8pPr>
              <a:defRPr sz="1425" b="1">
                <a:solidFill>
                  <a:srgbClr val="F3F6F2"/>
                </a:solidFill>
              </a:defRPr>
            </a:lvl8pPr>
            <a:lvl9pPr>
              <a:defRPr sz="1425" b="1">
                <a:solidFill>
                  <a:srgbClr val="F3F6F2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3F6F2"/>
                </a:solidFill>
              </a:defRPr>
            </a:pPr>
            <a:r>
              <a:rPr sz="1425" b="1">
                <a:solidFill>
                  <a:srgbClr val="F3F6F2"/>
                </a:solidFill>
              </a:rPr>
              <a:t>Report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EA36FD-4E49-4CAE-A4E0-4A9EB41E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76625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B6C3C4"/>
                </a:solidFill>
              </a:defRPr>
            </a:defPPr>
            <a:lvl1pPr>
              <a:defRPr sz="1125" b="0">
                <a:solidFill>
                  <a:srgbClr val="B6C3C4"/>
                </a:solidFill>
              </a:defRPr>
            </a:lvl1pPr>
            <a:lvl2pPr>
              <a:defRPr sz="1125" b="0">
                <a:solidFill>
                  <a:srgbClr val="B6C3C4"/>
                </a:solidFill>
              </a:defRPr>
            </a:lvl2pPr>
            <a:lvl3pPr>
              <a:defRPr sz="1125" b="0">
                <a:solidFill>
                  <a:srgbClr val="B6C3C4"/>
                </a:solidFill>
              </a:defRPr>
            </a:lvl3pPr>
            <a:lvl4pPr>
              <a:defRPr sz="1125" b="0">
                <a:solidFill>
                  <a:srgbClr val="B6C3C4"/>
                </a:solidFill>
              </a:defRPr>
            </a:lvl4pPr>
            <a:lvl5pPr>
              <a:defRPr sz="1125" b="0">
                <a:solidFill>
                  <a:srgbClr val="B6C3C4"/>
                </a:solidFill>
              </a:defRPr>
            </a:lvl5pPr>
            <a:lvl6pPr>
              <a:defRPr sz="1125" b="0">
                <a:solidFill>
                  <a:srgbClr val="B6C3C4"/>
                </a:solidFill>
              </a:defRPr>
            </a:lvl6pPr>
            <a:lvl7pPr>
              <a:defRPr sz="1125" b="0">
                <a:solidFill>
                  <a:srgbClr val="B6C3C4"/>
                </a:solidFill>
              </a:defRPr>
            </a:lvl7pPr>
            <a:lvl8pPr>
              <a:defRPr sz="1125" b="0">
                <a:solidFill>
                  <a:srgbClr val="B6C3C4"/>
                </a:solidFill>
              </a:defRPr>
            </a:lvl8pPr>
            <a:lvl9pPr>
              <a:defRPr sz="1125" b="0">
                <a:solidFill>
                  <a:srgbClr val="B6C3C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6C3C4"/>
                </a:solidFill>
              </a:defRPr>
            </a:pPr>
            <a:r>
              <a:rPr sz="1125" b="0">
                <a:solidFill>
                  <a:srgbClr val="B6C3C4"/>
                </a:solidFill>
              </a:rPr>
              <a:t>Export flight telemetry and generate a situation report.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34849C-CDE5-4DCB-A07B-67C92B80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3402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55C7BE"/>
                </a:solidFill>
              </a:defRPr>
            </a:defPPr>
            <a:lvl1pPr>
              <a:defRPr sz="1425" b="1">
                <a:solidFill>
                  <a:srgbClr val="55C7BE"/>
                </a:solidFill>
              </a:defRPr>
            </a:lvl1pPr>
            <a:lvl2pPr>
              <a:defRPr sz="1425" b="1">
                <a:solidFill>
                  <a:srgbClr val="55C7BE"/>
                </a:solidFill>
              </a:defRPr>
            </a:lvl2pPr>
            <a:lvl3pPr>
              <a:defRPr sz="1425" b="1">
                <a:solidFill>
                  <a:srgbClr val="55C7BE"/>
                </a:solidFill>
              </a:defRPr>
            </a:lvl3pPr>
            <a:lvl4pPr>
              <a:defRPr sz="1425" b="1">
                <a:solidFill>
                  <a:srgbClr val="55C7BE"/>
                </a:solidFill>
              </a:defRPr>
            </a:lvl4pPr>
            <a:lvl5pPr>
              <a:defRPr sz="1425" b="1">
                <a:solidFill>
                  <a:srgbClr val="55C7BE"/>
                </a:solidFill>
              </a:defRPr>
            </a:lvl5pPr>
            <a:lvl6pPr>
              <a:defRPr sz="1425" b="1">
                <a:solidFill>
                  <a:srgbClr val="55C7BE"/>
                </a:solidFill>
              </a:defRPr>
            </a:lvl6pPr>
            <a:lvl7pPr>
              <a:defRPr sz="1425" b="1">
                <a:solidFill>
                  <a:srgbClr val="55C7BE"/>
                </a:solidFill>
              </a:defRPr>
            </a:lvl7pPr>
            <a:lvl8pPr>
              <a:defRPr sz="1425" b="1">
                <a:solidFill>
                  <a:srgbClr val="55C7BE"/>
                </a:solidFill>
              </a:defRPr>
            </a:lvl8pPr>
            <a:lvl9pPr>
              <a:defRPr sz="1425" b="1">
                <a:solidFill>
                  <a:srgbClr val="55C7BE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5C7BE"/>
                </a:solidFill>
              </a:defRPr>
            </a:pPr>
            <a:r>
              <a:rPr sz="1425" b="1">
                <a:solidFill>
                  <a:srgbClr val="55C7BE"/>
                </a:solidFill>
              </a:rPr>
              <a:t>This sequence proves both the interface depth and the system narrative without needing external equipment.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280802-6799-409D-87F9-8A3121A8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81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7F9699"/>
                </a:solidFill>
              </a:defRPr>
            </a:defPPr>
            <a:lvl1pPr>
              <a:defRPr sz="825" b="1">
                <a:solidFill>
                  <a:srgbClr val="7F9699"/>
                </a:solidFill>
              </a:defRPr>
            </a:lvl1pPr>
            <a:lvl2pPr>
              <a:defRPr sz="825" b="1">
                <a:solidFill>
                  <a:srgbClr val="7F9699"/>
                </a:solidFill>
              </a:defRPr>
            </a:lvl2pPr>
            <a:lvl3pPr>
              <a:defRPr sz="825" b="1">
                <a:solidFill>
                  <a:srgbClr val="7F9699"/>
                </a:solidFill>
              </a:defRPr>
            </a:lvl3pPr>
            <a:lvl4pPr>
              <a:defRPr sz="825" b="1">
                <a:solidFill>
                  <a:srgbClr val="7F9699"/>
                </a:solidFill>
              </a:defRPr>
            </a:lvl4pPr>
            <a:lvl5pPr>
              <a:defRPr sz="825" b="1">
                <a:solidFill>
                  <a:srgbClr val="7F9699"/>
                </a:solidFill>
              </a:defRPr>
            </a:lvl5pPr>
            <a:lvl6pPr>
              <a:defRPr sz="825" b="1">
                <a:solidFill>
                  <a:srgbClr val="7F9699"/>
                </a:solidFill>
              </a:defRPr>
            </a:lvl6pPr>
            <a:lvl7pPr>
              <a:defRPr sz="825" b="1">
                <a:solidFill>
                  <a:srgbClr val="7F9699"/>
                </a:solidFill>
              </a:defRPr>
            </a:lvl7pPr>
            <a:lvl8pPr>
              <a:defRPr sz="825" b="1">
                <a:solidFill>
                  <a:srgbClr val="7F9699"/>
                </a:solidFill>
              </a:defRPr>
            </a:lvl8pPr>
            <a:lvl9pPr>
              <a:defRPr sz="825" b="1">
                <a:solidFill>
                  <a:srgbClr val="7F9699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7F9699"/>
                </a:solidFill>
              </a:defRPr>
            </a:pPr>
            <a:r>
              <a:rPr sz="825" b="1">
                <a:solidFill>
                  <a:srgbClr val="7F9699"/>
                </a:solidFill>
              </a:rPr>
              <a:t>AEGIS-C2  |  FALLING SUN 2026 × IMSEC GHAZIABAD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B60AEE-D548-4C78-97D1-53D7DE8F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865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7F9699"/>
                </a:solidFill>
              </a:defRPr>
            </a:defPPr>
            <a:lvl1pPr>
              <a:defRPr sz="825" b="1">
                <a:solidFill>
                  <a:srgbClr val="7F9699"/>
                </a:solidFill>
              </a:defRPr>
            </a:lvl1pPr>
            <a:lvl2pPr>
              <a:defRPr sz="825" b="1">
                <a:solidFill>
                  <a:srgbClr val="7F9699"/>
                </a:solidFill>
              </a:defRPr>
            </a:lvl2pPr>
            <a:lvl3pPr>
              <a:defRPr sz="825" b="1">
                <a:solidFill>
                  <a:srgbClr val="7F9699"/>
                </a:solidFill>
              </a:defRPr>
            </a:lvl3pPr>
            <a:lvl4pPr>
              <a:defRPr sz="825" b="1">
                <a:solidFill>
                  <a:srgbClr val="7F9699"/>
                </a:solidFill>
              </a:defRPr>
            </a:lvl4pPr>
            <a:lvl5pPr>
              <a:defRPr sz="825" b="1">
                <a:solidFill>
                  <a:srgbClr val="7F9699"/>
                </a:solidFill>
              </a:defRPr>
            </a:lvl5pPr>
            <a:lvl6pPr>
              <a:defRPr sz="825" b="1">
                <a:solidFill>
                  <a:srgbClr val="7F9699"/>
                </a:solidFill>
              </a:defRPr>
            </a:lvl6pPr>
            <a:lvl7pPr>
              <a:defRPr sz="825" b="1">
                <a:solidFill>
                  <a:srgbClr val="7F9699"/>
                </a:solidFill>
              </a:defRPr>
            </a:lvl7pPr>
            <a:lvl8pPr>
              <a:defRPr sz="825" b="1">
                <a:solidFill>
                  <a:srgbClr val="7F9699"/>
                </a:solidFill>
              </a:defRPr>
            </a:lvl8pPr>
            <a:lvl9pPr>
              <a:defRPr sz="825" b="1">
                <a:solidFill>
                  <a:srgbClr val="7F9699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7F9699"/>
                </a:solidFill>
              </a:defRPr>
            </a:pPr>
            <a:r>
              <a:rPr sz="825" b="1">
                <a:solidFill>
                  <a:srgbClr val="7F9699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4666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2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42EF6D-67D7-469D-9C4F-1BA83BAE53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d4f5428036471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65DA48-5098-4A5C-8414-8526E032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BF6785-C695-4B8E-9F6B-2124EEB2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600" b="1">
                <a:solidFill>
                  <a:srgbClr val="F3F6F2"/>
                </a:solidFill>
              </a:defRPr>
            </a:defPPr>
            <a:lvl1pPr>
              <a:defRPr sz="3600" b="1">
                <a:solidFill>
                  <a:srgbClr val="F3F6F2"/>
                </a:solidFill>
              </a:defRPr>
            </a:lvl1pPr>
            <a:lvl2pPr>
              <a:defRPr sz="3600" b="1">
                <a:solidFill>
                  <a:srgbClr val="F3F6F2"/>
                </a:solidFill>
              </a:defRPr>
            </a:lvl2pPr>
            <a:lvl3pPr>
              <a:defRPr sz="3600" b="1">
                <a:solidFill>
                  <a:srgbClr val="F3F6F2"/>
                </a:solidFill>
              </a:defRPr>
            </a:lvl3pPr>
            <a:lvl4pPr>
              <a:defRPr sz="3600" b="1">
                <a:solidFill>
                  <a:srgbClr val="F3F6F2"/>
                </a:solidFill>
              </a:defRPr>
            </a:lvl4pPr>
            <a:lvl5pPr>
              <a:defRPr sz="3600" b="1">
                <a:solidFill>
                  <a:srgbClr val="F3F6F2"/>
                </a:solidFill>
              </a:defRPr>
            </a:lvl5pPr>
            <a:lvl6pPr>
              <a:defRPr sz="3600" b="1">
                <a:solidFill>
                  <a:srgbClr val="F3F6F2"/>
                </a:solidFill>
              </a:defRPr>
            </a:lvl6pPr>
            <a:lvl7pPr>
              <a:defRPr sz="3600" b="1">
                <a:solidFill>
                  <a:srgbClr val="F3F6F2"/>
                </a:solidFill>
              </a:defRPr>
            </a:lvl7pPr>
            <a:lvl8pPr>
              <a:defRPr sz="3600" b="1">
                <a:solidFill>
                  <a:srgbClr val="F3F6F2"/>
                </a:solidFill>
              </a:defRPr>
            </a:lvl8pPr>
            <a:lvl9pPr>
              <a:defRPr sz="3600" b="1">
                <a:solidFill>
                  <a:srgbClr val="F3F6F2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3F6F2"/>
                </a:solidFill>
              </a:defRPr>
            </a:pPr>
            <a:r>
              <a:rPr sz="3600" b="1">
                <a:solidFill>
                  <a:srgbClr val="F3F6F2"/>
                </a:solidFill>
              </a:rPr>
              <a:t>AEGIS-C2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01D04D-9526-4E41-9B88-F96BC799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1725"/>
            <a:ext cx="619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D8E2DF"/>
                </a:solidFill>
              </a:defRPr>
            </a:defPPr>
            <a:lvl1pPr>
              <a:defRPr sz="1950" b="0">
                <a:solidFill>
                  <a:srgbClr val="D8E2DF"/>
                </a:solidFill>
              </a:defRPr>
            </a:lvl1pPr>
            <a:lvl2pPr>
              <a:defRPr sz="1950" b="0">
                <a:solidFill>
                  <a:srgbClr val="D8E2DF"/>
                </a:solidFill>
              </a:defRPr>
            </a:lvl2pPr>
            <a:lvl3pPr>
              <a:defRPr sz="1950" b="0">
                <a:solidFill>
                  <a:srgbClr val="D8E2DF"/>
                </a:solidFill>
              </a:defRPr>
            </a:lvl3pPr>
            <a:lvl4pPr>
              <a:defRPr sz="1950" b="0">
                <a:solidFill>
                  <a:srgbClr val="D8E2DF"/>
                </a:solidFill>
              </a:defRPr>
            </a:lvl4pPr>
            <a:lvl5pPr>
              <a:defRPr sz="1950" b="0">
                <a:solidFill>
                  <a:srgbClr val="D8E2DF"/>
                </a:solidFill>
              </a:defRPr>
            </a:lvl5pPr>
            <a:lvl6pPr>
              <a:defRPr sz="1950" b="0">
                <a:solidFill>
                  <a:srgbClr val="D8E2DF"/>
                </a:solidFill>
              </a:defRPr>
            </a:lvl6pPr>
            <a:lvl7pPr>
              <a:defRPr sz="1950" b="0">
                <a:solidFill>
                  <a:srgbClr val="D8E2DF"/>
                </a:solidFill>
              </a:defRPr>
            </a:lvl7pPr>
            <a:lvl8pPr>
              <a:defRPr sz="1950" b="0">
                <a:solidFill>
                  <a:srgbClr val="D8E2DF"/>
                </a:solidFill>
              </a:defRPr>
            </a:lvl8pPr>
            <a:lvl9pPr>
              <a:defRPr sz="1950" b="0">
                <a:solidFill>
                  <a:srgbClr val="D8E2DF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D8E2DF"/>
                </a:solidFill>
              </a:defRPr>
            </a:pPr>
            <a:r>
              <a:rPr sz="1950" b="0">
                <a:solidFill>
                  <a:srgbClr val="D8E2DF"/>
                </a:solidFill>
              </a:rPr>
              <a:t>A unified command view for tactical coordination, drone reconnaissance and decision support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42133C-0187-4EB7-B5C2-D825A12E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07195-D152-45D5-BB0F-8B740B1F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55C7BE"/>
                </a:solidFill>
              </a:defRPr>
            </a:defPPr>
            <a:lvl1pPr>
              <a:defRPr sz="1875" b="1">
                <a:solidFill>
                  <a:srgbClr val="55C7BE"/>
                </a:solidFill>
              </a:defRPr>
            </a:lvl1pPr>
            <a:lvl2pPr>
              <a:defRPr sz="1875" b="1">
                <a:solidFill>
                  <a:srgbClr val="55C7BE"/>
                </a:solidFill>
              </a:defRPr>
            </a:lvl2pPr>
            <a:lvl3pPr>
              <a:defRPr sz="1875" b="1">
                <a:solidFill>
                  <a:srgbClr val="55C7BE"/>
                </a:solidFill>
              </a:defRPr>
            </a:lvl3pPr>
            <a:lvl4pPr>
              <a:defRPr sz="1875" b="1">
                <a:solidFill>
                  <a:srgbClr val="55C7BE"/>
                </a:solidFill>
              </a:defRPr>
            </a:lvl4pPr>
            <a:lvl5pPr>
              <a:defRPr sz="1875" b="1">
                <a:solidFill>
                  <a:srgbClr val="55C7BE"/>
                </a:solidFill>
              </a:defRPr>
            </a:lvl5pPr>
            <a:lvl6pPr>
              <a:defRPr sz="1875" b="1">
                <a:solidFill>
                  <a:srgbClr val="55C7BE"/>
                </a:solidFill>
              </a:defRPr>
            </a:lvl6pPr>
            <a:lvl7pPr>
              <a:defRPr sz="1875" b="1">
                <a:solidFill>
                  <a:srgbClr val="55C7BE"/>
                </a:solidFill>
              </a:defRPr>
            </a:lvl7pPr>
            <a:lvl8pPr>
              <a:defRPr sz="1875" b="1">
                <a:solidFill>
                  <a:srgbClr val="55C7BE"/>
                </a:solidFill>
              </a:defRPr>
            </a:lvl8pPr>
            <a:lvl9pPr>
              <a:defRPr sz="1875" b="1">
                <a:solidFill>
                  <a:srgbClr val="55C7BE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55C7BE"/>
                </a:solidFill>
              </a:defRPr>
            </a:pPr>
            <a:r>
              <a:rPr sz="1875" b="1">
                <a:solidFill>
                  <a:srgbClr val="55C7BE"/>
                </a:solidFill>
              </a:rPr>
              <a:t>Ready for live demonstration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4509A8-D0A2-4834-B567-756A4339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9597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D1D9D5"/>
                </a:solidFill>
              </a:defRPr>
            </a:defPPr>
            <a:lvl1pPr>
              <a:defRPr sz="1050" b="1">
                <a:solidFill>
                  <a:srgbClr val="D1D9D5"/>
                </a:solidFill>
              </a:defRPr>
            </a:lvl1pPr>
            <a:lvl2pPr>
              <a:defRPr sz="1050" b="1">
                <a:solidFill>
                  <a:srgbClr val="D1D9D5"/>
                </a:solidFill>
              </a:defRPr>
            </a:lvl2pPr>
            <a:lvl3pPr>
              <a:defRPr sz="1050" b="1">
                <a:solidFill>
                  <a:srgbClr val="D1D9D5"/>
                </a:solidFill>
              </a:defRPr>
            </a:lvl3pPr>
            <a:lvl4pPr>
              <a:defRPr sz="1050" b="1">
                <a:solidFill>
                  <a:srgbClr val="D1D9D5"/>
                </a:solidFill>
              </a:defRPr>
            </a:lvl4pPr>
            <a:lvl5pPr>
              <a:defRPr sz="1050" b="1">
                <a:solidFill>
                  <a:srgbClr val="D1D9D5"/>
                </a:solidFill>
              </a:defRPr>
            </a:lvl5pPr>
            <a:lvl6pPr>
              <a:defRPr sz="1050" b="1">
                <a:solidFill>
                  <a:srgbClr val="D1D9D5"/>
                </a:solidFill>
              </a:defRPr>
            </a:lvl6pPr>
            <a:lvl7pPr>
              <a:defRPr sz="1050" b="1">
                <a:solidFill>
                  <a:srgbClr val="D1D9D5"/>
                </a:solidFill>
              </a:defRPr>
            </a:lvl7pPr>
            <a:lvl8pPr>
              <a:defRPr sz="1050" b="1">
                <a:solidFill>
                  <a:srgbClr val="D1D9D5"/>
                </a:solidFill>
              </a:defRPr>
            </a:lvl8pPr>
            <a:lvl9pPr>
              <a:defRPr sz="1050" b="1">
                <a:solidFill>
                  <a:srgbClr val="D1D9D5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D1D9D5"/>
                </a:solidFill>
              </a:defRPr>
            </a:pPr>
            <a:r>
              <a:rPr sz="1050" b="1">
                <a:solidFill>
                  <a:srgbClr val="D1D9D5"/>
                </a:solidFill>
              </a:rPr>
              <a:t>FALLING SUN 2026 × IMSEC GHAZIABAD</a:t>
            </a:r>
          </a:p>
        </p:txBody>
      </p:sp>
    </p:spTree>
    <p:extLst>
      <p:ext uri="{BB962C8B-B14F-4D97-AF65-F5344CB8AC3E}">
        <p14:creationId xmlns:p14="http://schemas.microsoft.com/office/powerpoint/2010/main" val="1800333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2026-10-26T05:27:27.3030000Z</dcterms:created>
  <dcterms:modified xsi:type="dcterms:W3CDTF">2026-10-26T05:27:27.3030000Z</dcterms:modified>
</coreProperties>
</file>